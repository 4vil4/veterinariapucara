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EEBF279-79CE-45B0-9482-3B040FE2486B}"/>
              </a:ext>
            </a:extLst>
          </p:cNvPr>
          <p:cNvCxnSpPr>
            <a:cxnSpLocks/>
          </p:cNvCxnSpPr>
          <p:nvPr/>
        </p:nvCxnSpPr>
        <p:spPr>
          <a:xfrm>
            <a:off x="7793915" y="1604683"/>
            <a:ext cx="0" cy="11833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85C66DA-AF17-4747-BF98-A9475DE39664}"/>
              </a:ext>
            </a:extLst>
          </p:cNvPr>
          <p:cNvCxnSpPr>
            <a:cxnSpLocks/>
          </p:cNvCxnSpPr>
          <p:nvPr/>
        </p:nvCxnSpPr>
        <p:spPr>
          <a:xfrm>
            <a:off x="6144408" y="1604683"/>
            <a:ext cx="0" cy="35320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046830D7-3D06-45E3-A203-FF2E3F6633EA}"/>
              </a:ext>
            </a:extLst>
          </p:cNvPr>
          <p:cNvCxnSpPr>
            <a:cxnSpLocks/>
          </p:cNvCxnSpPr>
          <p:nvPr/>
        </p:nvCxnSpPr>
        <p:spPr>
          <a:xfrm>
            <a:off x="4509246" y="1629125"/>
            <a:ext cx="11669" cy="34469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93FD376-87FB-4C4B-8AEC-93B1EC232B9B}"/>
              </a:ext>
            </a:extLst>
          </p:cNvPr>
          <p:cNvCxnSpPr>
            <a:cxnSpLocks/>
          </p:cNvCxnSpPr>
          <p:nvPr/>
        </p:nvCxnSpPr>
        <p:spPr>
          <a:xfrm>
            <a:off x="2845397" y="1644126"/>
            <a:ext cx="0" cy="26553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22A94B7-106E-47BA-9781-04689ADC6F8E}"/>
              </a:ext>
            </a:extLst>
          </p:cNvPr>
          <p:cNvCxnSpPr>
            <a:cxnSpLocks/>
          </p:cNvCxnSpPr>
          <p:nvPr/>
        </p:nvCxnSpPr>
        <p:spPr>
          <a:xfrm>
            <a:off x="1222785" y="1644126"/>
            <a:ext cx="0" cy="26553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3D75F70-30E7-4927-AA5F-B29400783A5F}"/>
              </a:ext>
            </a:extLst>
          </p:cNvPr>
          <p:cNvCxnSpPr>
            <a:cxnSpLocks/>
          </p:cNvCxnSpPr>
          <p:nvPr/>
        </p:nvCxnSpPr>
        <p:spPr>
          <a:xfrm>
            <a:off x="1518621" y="1604683"/>
            <a:ext cx="57965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26458" y="320936"/>
            <a:ext cx="49144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99"/>
                </a:solidFill>
              </a:defRPr>
            </a:pPr>
            <a:r>
              <a:rPr dirty="0"/>
              <a:t>EDT - </a:t>
            </a:r>
            <a:r>
              <a:rPr lang="es-CL" dirty="0"/>
              <a:t>Clínica Veterinaria Pucará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371600"/>
            <a:ext cx="1554479" cy="461665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1. </a:t>
            </a:r>
            <a:r>
              <a:rPr lang="es-CL" dirty="0"/>
              <a:t>Iniciación</a:t>
            </a:r>
            <a:r>
              <a:rPr dirty="0"/>
              <a:t> del </a:t>
            </a:r>
            <a:endParaRPr lang="es-ES" dirty="0"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es-CL" dirty="0"/>
              <a:t>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1.1 Acta de constitución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4052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1.2 Matriz RACI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3154351"/>
            <a:ext cx="1575979" cy="40011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1.3 </a:t>
            </a:r>
            <a:r>
              <a:rPr dirty="0" err="1"/>
              <a:t>Levantamiento</a:t>
            </a:r>
            <a:r>
              <a:rPr dirty="0"/>
              <a:t> de </a:t>
            </a:r>
            <a:endParaRPr lang="es-ES" dirty="0"/>
          </a:p>
          <a:p>
            <a:pPr>
              <a:defRPr sz="1000">
                <a:solidFill>
                  <a:srgbClr val="000000"/>
                </a:solidFill>
              </a:defRPr>
            </a:pPr>
            <a:r>
              <a:rPr dirty="0" err="1"/>
              <a:t>requerimientos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3614" y="3734652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1.4 Kick-off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545" y="4314952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1.5 </a:t>
            </a:r>
            <a:r>
              <a:rPr dirty="0" err="1"/>
              <a:t>Análisis</a:t>
            </a:r>
            <a:r>
              <a:rPr dirty="0"/>
              <a:t> de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71600"/>
            <a:ext cx="1554480" cy="54864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2. Análisis y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11680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2.1 Modelado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76335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2.2 Arquitectura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049" y="3152437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2.3 Prototipos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049" y="3726132"/>
            <a:ext cx="1554480" cy="40011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2.4 </a:t>
            </a:r>
            <a:r>
              <a:rPr lang="es-CL" dirty="0"/>
              <a:t>Modelos</a:t>
            </a:r>
            <a:r>
              <a:rPr dirty="0"/>
              <a:t> de base </a:t>
            </a:r>
            <a:endParaRPr lang="es-ES" dirty="0"/>
          </a:p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de </a:t>
            </a:r>
            <a:r>
              <a:rPr lang="es-CL" dirty="0"/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9256" y="4242737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2.5 Validación del 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5454" y="1371236"/>
            <a:ext cx="1554480" cy="461665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3. Desarrollo del </a:t>
            </a:r>
            <a:endParaRPr lang="es-ES" dirty="0"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es-CL" dirty="0"/>
              <a:t>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11680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3.1 Ambiente de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8282" y="2571035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3.2 Módulo 1 – Fichas clínicas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152437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3.3 Módulo 2 –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5454" y="3714176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3.4 Módulo 3 – Certificados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213" y="4256538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3.5 Módulo 4 – Usuarios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213" y="4836646"/>
            <a:ext cx="1554480" cy="40011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3.6 Control de </a:t>
            </a:r>
            <a:r>
              <a:rPr lang="es-CL" dirty="0"/>
              <a:t>versiones</a:t>
            </a:r>
            <a:r>
              <a:rPr dirty="0"/>
              <a:t> </a:t>
            </a:r>
            <a:endParaRPr lang="es-ES" dirty="0"/>
          </a:p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y </a:t>
            </a:r>
            <a:r>
              <a:rPr lang="es-CL" dirty="0"/>
              <a:t>documentación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371600"/>
            <a:ext cx="1554480" cy="54864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 Pruebas del sistema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011680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4.0 Plan de pruebas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571035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4.1 Ambiente de pruebas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2147" y="3163399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4.2 Iteración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2147" y="3714176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4.3 Iteración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9580" y="4264953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4.4 Iteración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2147" y="4813593"/>
            <a:ext cx="1554480" cy="40011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4.5 Informe final de </a:t>
            </a:r>
            <a:endParaRPr lang="es-ES" dirty="0"/>
          </a:p>
          <a:p>
            <a:pPr>
              <a:defRPr sz="1000">
                <a:solidFill>
                  <a:srgbClr val="000000"/>
                </a:solidFill>
              </a:defRPr>
            </a:pPr>
            <a:r>
              <a:rPr lang="es-CL" dirty="0"/>
              <a:t>pruebas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371600"/>
            <a:ext cx="1590500" cy="461665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5. </a:t>
            </a:r>
            <a:r>
              <a:rPr lang="es-CL" dirty="0"/>
              <a:t>Implantación</a:t>
            </a:r>
            <a:r>
              <a:rPr dirty="0"/>
              <a:t> y </a:t>
            </a:r>
            <a:endParaRPr lang="es-ES" dirty="0"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rPr lang="es-CL" dirty="0"/>
              <a:t>Cierre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011680"/>
            <a:ext cx="1590500" cy="40011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5.1 </a:t>
            </a:r>
            <a:r>
              <a:rPr lang="es-CL" dirty="0"/>
              <a:t>Capacitación</a:t>
            </a:r>
            <a:r>
              <a:rPr dirty="0"/>
              <a:t> y </a:t>
            </a:r>
            <a:r>
              <a:rPr lang="es-CL" dirty="0"/>
              <a:t>entrega</a:t>
            </a:r>
            <a:r>
              <a:rPr dirty="0"/>
              <a:t> </a:t>
            </a:r>
            <a:endParaRPr lang="es-ES" dirty="0"/>
          </a:p>
          <a:p>
            <a:pPr>
              <a:defRPr sz="1000">
                <a:solidFill>
                  <a:srgbClr val="000000"/>
                </a:solidFill>
              </a:defRPr>
            </a:pPr>
            <a:r>
              <a:rPr dirty="0"/>
              <a:t>del </a:t>
            </a:r>
            <a:r>
              <a:rPr lang="es-CL" dirty="0"/>
              <a:t>sistema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14600"/>
            <a:ext cx="1554480" cy="457200"/>
          </a:xfrm>
          <a:prstGeom prst="rect">
            <a:avLst/>
          </a:prstGeom>
          <a:solidFill>
            <a:srgbClr val="FFCC00"/>
          </a:solidFill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5.2 Cierre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132</Words>
  <Application>Microsoft Office PowerPoint</Application>
  <PresentationFormat>Presentación en pantalla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Saul Avila B.</cp:lastModifiedBy>
  <cp:revision>7</cp:revision>
  <dcterms:created xsi:type="dcterms:W3CDTF">2013-01-27T09:14:16Z</dcterms:created>
  <dcterms:modified xsi:type="dcterms:W3CDTF">2025-10-28T21:43:38Z</dcterms:modified>
  <cp:category/>
</cp:coreProperties>
</file>