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12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61" y="-159"/>
            <a:ext cx="4401367" cy="57913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07402" y="3250606"/>
            <a:ext cx="6714490" cy="1657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400" b="1" i="0">
                <a:solidFill>
                  <a:srgbClr val="004AA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400" b="1" i="0">
                <a:solidFill>
                  <a:srgbClr val="004AA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400" b="1" i="0">
                <a:solidFill>
                  <a:srgbClr val="004AA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4681" y="43"/>
            <a:ext cx="9757489" cy="821311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4614" y="2058181"/>
            <a:ext cx="2914649" cy="181927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37382" y="8381538"/>
            <a:ext cx="5886449" cy="136207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63432" y="4499989"/>
            <a:ext cx="3672458" cy="5245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400" b="1" i="0">
                <a:solidFill>
                  <a:srgbClr val="004AA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98860" y="6483296"/>
            <a:ext cx="2498808" cy="381091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355" y="-48"/>
            <a:ext cx="5381231" cy="462284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461699" y="586691"/>
            <a:ext cx="3086100" cy="2006600"/>
          </a:xfrm>
          <a:custGeom>
            <a:avLst/>
            <a:gdLst/>
            <a:ahLst/>
            <a:cxnLst/>
            <a:rect l="l" t="t" r="r" b="b"/>
            <a:pathLst>
              <a:path w="3086100" h="2006600">
                <a:moveTo>
                  <a:pt x="2933412" y="2006250"/>
                </a:moveTo>
                <a:lnTo>
                  <a:pt x="152385" y="2006250"/>
                </a:lnTo>
                <a:lnTo>
                  <a:pt x="104219" y="1998482"/>
                </a:lnTo>
                <a:lnTo>
                  <a:pt x="62388" y="1976849"/>
                </a:lnTo>
                <a:lnTo>
                  <a:pt x="29401" y="1943862"/>
                </a:lnTo>
                <a:lnTo>
                  <a:pt x="7768" y="1902031"/>
                </a:lnTo>
                <a:lnTo>
                  <a:pt x="0" y="1853865"/>
                </a:lnTo>
                <a:lnTo>
                  <a:pt x="0" y="152385"/>
                </a:lnTo>
                <a:lnTo>
                  <a:pt x="7768" y="104219"/>
                </a:lnTo>
                <a:lnTo>
                  <a:pt x="29401" y="62388"/>
                </a:lnTo>
                <a:lnTo>
                  <a:pt x="62388" y="29401"/>
                </a:lnTo>
                <a:lnTo>
                  <a:pt x="104219" y="7768"/>
                </a:lnTo>
                <a:lnTo>
                  <a:pt x="152385" y="0"/>
                </a:lnTo>
                <a:lnTo>
                  <a:pt x="2933412" y="0"/>
                </a:lnTo>
                <a:lnTo>
                  <a:pt x="2981578" y="7768"/>
                </a:lnTo>
                <a:lnTo>
                  <a:pt x="3023409" y="29401"/>
                </a:lnTo>
                <a:lnTo>
                  <a:pt x="3056396" y="62388"/>
                </a:lnTo>
                <a:lnTo>
                  <a:pt x="3078029" y="104219"/>
                </a:lnTo>
                <a:lnTo>
                  <a:pt x="3085797" y="152385"/>
                </a:lnTo>
                <a:lnTo>
                  <a:pt x="3085797" y="1853865"/>
                </a:lnTo>
                <a:lnTo>
                  <a:pt x="3078029" y="1902031"/>
                </a:lnTo>
                <a:lnTo>
                  <a:pt x="3056396" y="1943862"/>
                </a:lnTo>
                <a:lnTo>
                  <a:pt x="3023409" y="1976849"/>
                </a:lnTo>
                <a:lnTo>
                  <a:pt x="2981578" y="1998482"/>
                </a:lnTo>
                <a:lnTo>
                  <a:pt x="2933412" y="200625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6636" y="678496"/>
            <a:ext cx="2914649" cy="18192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31879" y="463146"/>
            <a:ext cx="14224240" cy="1463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400" b="1" i="0">
                <a:solidFill>
                  <a:srgbClr val="004AA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42191" y="3396305"/>
            <a:ext cx="14003617" cy="3348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0180" y="3202253"/>
            <a:ext cx="10749280" cy="4209415"/>
          </a:xfrm>
          <a:prstGeom prst="rect">
            <a:avLst/>
          </a:prstGeom>
          <a:ln w="76199">
            <a:solidFill>
              <a:srgbClr val="5CE1E6"/>
            </a:solidFill>
          </a:ln>
        </p:spPr>
        <p:txBody>
          <a:bodyPr vert="horz" wrap="square" lIns="0" tIns="387350" rIns="0" bIns="0" rtlCol="0">
            <a:spAutoFit/>
          </a:bodyPr>
          <a:lstStyle/>
          <a:p>
            <a:pPr marL="215265" algn="ctr">
              <a:lnSpc>
                <a:spcPct val="100000"/>
              </a:lnSpc>
              <a:spcBef>
                <a:spcPts val="3050"/>
              </a:spcBef>
              <a:tabLst>
                <a:tab pos="4265930" algn="l"/>
              </a:tabLst>
            </a:pPr>
            <a:r>
              <a:rPr sz="7050" b="1" spc="275" dirty="0">
                <a:solidFill>
                  <a:srgbClr val="004AAC"/>
                </a:solidFill>
                <a:latin typeface="Trebuchet MS"/>
                <a:cs typeface="Trebuchet MS"/>
              </a:rPr>
              <a:t>SISTEM</a:t>
            </a:r>
            <a:r>
              <a:rPr sz="7050" b="1" spc="-415" dirty="0">
                <a:solidFill>
                  <a:srgbClr val="004AAC"/>
                </a:solidFill>
                <a:latin typeface="Trebuchet MS"/>
                <a:cs typeface="Trebuchet MS"/>
              </a:rPr>
              <a:t>A</a:t>
            </a:r>
            <a:r>
              <a:rPr sz="7050" b="1" dirty="0">
                <a:solidFill>
                  <a:srgbClr val="004AAC"/>
                </a:solidFill>
                <a:latin typeface="Trebuchet MS"/>
                <a:cs typeface="Trebuchet MS"/>
              </a:rPr>
              <a:t>	</a:t>
            </a:r>
            <a:r>
              <a:rPr sz="7050" b="1" spc="-95" dirty="0">
                <a:solidFill>
                  <a:srgbClr val="004AAC"/>
                </a:solidFill>
                <a:latin typeface="Trebuchet MS"/>
                <a:cs typeface="Trebuchet MS"/>
              </a:rPr>
              <a:t>WE</a:t>
            </a:r>
            <a:r>
              <a:rPr sz="7050" b="1" spc="-785" dirty="0">
                <a:solidFill>
                  <a:srgbClr val="004AAC"/>
                </a:solidFill>
                <a:latin typeface="Trebuchet MS"/>
                <a:cs typeface="Trebuchet MS"/>
              </a:rPr>
              <a:t>B</a:t>
            </a:r>
            <a:endParaRPr sz="7050">
              <a:latin typeface="Trebuchet MS"/>
              <a:cs typeface="Trebuchet MS"/>
            </a:endParaRPr>
          </a:p>
          <a:p>
            <a:pPr marL="320675" algn="ctr">
              <a:lnSpc>
                <a:spcPct val="100000"/>
              </a:lnSpc>
              <a:spcBef>
                <a:spcPts val="60"/>
              </a:spcBef>
              <a:tabLst>
                <a:tab pos="4383405" algn="l"/>
              </a:tabLst>
            </a:pPr>
            <a:r>
              <a:rPr sz="7400" b="1" spc="330" dirty="0">
                <a:solidFill>
                  <a:srgbClr val="004AAC"/>
                </a:solidFill>
                <a:latin typeface="Trebuchet MS"/>
                <a:cs typeface="Trebuchet MS"/>
              </a:rPr>
              <a:t>CLÍNIC</a:t>
            </a:r>
            <a:r>
              <a:rPr sz="7400" b="1" spc="-395" dirty="0">
                <a:solidFill>
                  <a:srgbClr val="004AAC"/>
                </a:solidFill>
                <a:latin typeface="Trebuchet MS"/>
                <a:cs typeface="Trebuchet MS"/>
              </a:rPr>
              <a:t>A</a:t>
            </a:r>
            <a:r>
              <a:rPr sz="7400" b="1" dirty="0">
                <a:solidFill>
                  <a:srgbClr val="004AAC"/>
                </a:solidFill>
                <a:latin typeface="Trebuchet MS"/>
                <a:cs typeface="Trebuchet MS"/>
              </a:rPr>
              <a:t>	</a:t>
            </a:r>
            <a:r>
              <a:rPr sz="7400" b="1" spc="180" dirty="0">
                <a:solidFill>
                  <a:srgbClr val="004AAC"/>
                </a:solidFill>
                <a:latin typeface="Trebuchet MS"/>
                <a:cs typeface="Trebuchet MS"/>
              </a:rPr>
              <a:t>VETERINARI</a:t>
            </a:r>
            <a:r>
              <a:rPr sz="7400" b="1" spc="-545" dirty="0">
                <a:solidFill>
                  <a:srgbClr val="004AAC"/>
                </a:solidFill>
                <a:latin typeface="Trebuchet MS"/>
                <a:cs typeface="Trebuchet MS"/>
              </a:rPr>
              <a:t>A</a:t>
            </a:r>
            <a:endParaRPr sz="7400">
              <a:latin typeface="Trebuchet MS"/>
              <a:cs typeface="Trebuchet MS"/>
            </a:endParaRPr>
          </a:p>
          <a:p>
            <a:pPr marL="320675" algn="ctr">
              <a:lnSpc>
                <a:spcPct val="100000"/>
              </a:lnSpc>
              <a:spcBef>
                <a:spcPts val="1320"/>
              </a:spcBef>
            </a:pPr>
            <a:r>
              <a:rPr sz="7400" b="1" spc="280" dirty="0">
                <a:solidFill>
                  <a:srgbClr val="004AAC"/>
                </a:solidFill>
                <a:latin typeface="Trebuchet MS"/>
                <a:cs typeface="Trebuchet MS"/>
              </a:rPr>
              <a:t>PUCAR</a:t>
            </a:r>
            <a:r>
              <a:rPr sz="7400" b="1" spc="-445" dirty="0">
                <a:solidFill>
                  <a:srgbClr val="004AAC"/>
                </a:solidFill>
                <a:latin typeface="Trebuchet MS"/>
                <a:cs typeface="Trebuchet MS"/>
              </a:rPr>
              <a:t>Á</a:t>
            </a:r>
            <a:endParaRPr sz="7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4457" y="7485464"/>
            <a:ext cx="959929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2365" algn="l"/>
                <a:tab pos="4244340" algn="l"/>
                <a:tab pos="7102475" algn="l"/>
              </a:tabLst>
            </a:pPr>
            <a:r>
              <a:rPr sz="3050" b="1" spc="570" dirty="0">
                <a:solidFill>
                  <a:srgbClr val="231F20"/>
                </a:solidFill>
                <a:latin typeface="Calibri"/>
                <a:cs typeface="Calibri"/>
              </a:rPr>
              <a:t>DOCENTE:</a:t>
            </a:r>
            <a:r>
              <a:rPr sz="305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3050" b="1" spc="580" dirty="0">
                <a:solidFill>
                  <a:srgbClr val="231F20"/>
                </a:solidFill>
                <a:latin typeface="Calibri"/>
                <a:cs typeface="Calibri"/>
              </a:rPr>
              <a:t>FABIÁN</a:t>
            </a:r>
            <a:r>
              <a:rPr sz="305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3050" b="1" spc="620" dirty="0">
                <a:solidFill>
                  <a:srgbClr val="231F20"/>
                </a:solidFill>
                <a:latin typeface="Calibri"/>
                <a:cs typeface="Calibri"/>
              </a:rPr>
              <a:t>ALCÁNTARA</a:t>
            </a:r>
            <a:r>
              <a:rPr sz="305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3050" b="1" spc="630" dirty="0">
                <a:solidFill>
                  <a:srgbClr val="231F20"/>
                </a:solidFill>
                <a:latin typeface="Calibri"/>
                <a:cs typeface="Calibri"/>
              </a:rPr>
              <a:t>GUAJARDO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" y="5245767"/>
            <a:ext cx="3399507" cy="50487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1395" y="1239112"/>
            <a:ext cx="6896100" cy="1546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950" spc="85" dirty="0"/>
              <a:t>CONTENID</a:t>
            </a:r>
            <a:r>
              <a:rPr sz="9950" spc="-890" dirty="0"/>
              <a:t>O</a:t>
            </a:r>
            <a:endParaRPr sz="995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43059" y="-10254"/>
            <a:ext cx="2551779" cy="19841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19320" y="2901696"/>
            <a:ext cx="1400810" cy="6494145"/>
          </a:xfrm>
          <a:prstGeom prst="rect">
            <a:avLst/>
          </a:prstGeom>
          <a:solidFill>
            <a:srgbClr val="5CE1E6"/>
          </a:solidFill>
        </p:spPr>
        <p:txBody>
          <a:bodyPr vert="horz" wrap="square" lIns="0" tIns="354965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2795"/>
              </a:spcBef>
            </a:pPr>
            <a:r>
              <a:rPr sz="4250" b="1" spc="-525" dirty="0">
                <a:solidFill>
                  <a:srgbClr val="004AAC"/>
                </a:solidFill>
                <a:latin typeface="Trebuchet MS"/>
                <a:cs typeface="Trebuchet MS"/>
              </a:rPr>
              <a:t>01</a:t>
            </a:r>
            <a:endParaRPr sz="4250">
              <a:latin typeface="Trebuchet MS"/>
              <a:cs typeface="Trebuchet MS"/>
            </a:endParaRPr>
          </a:p>
          <a:p>
            <a:pPr marL="391795">
              <a:lnSpc>
                <a:spcPct val="100000"/>
              </a:lnSpc>
              <a:spcBef>
                <a:spcPts val="1175"/>
              </a:spcBef>
            </a:pPr>
            <a:r>
              <a:rPr sz="4250" b="1" spc="-25" dirty="0">
                <a:solidFill>
                  <a:srgbClr val="004AAC"/>
                </a:solidFill>
                <a:latin typeface="Trebuchet MS"/>
                <a:cs typeface="Trebuchet MS"/>
              </a:rPr>
              <a:t>02</a:t>
            </a:r>
            <a:endParaRPr sz="4250">
              <a:latin typeface="Trebuchet MS"/>
              <a:cs typeface="Trebuchet MS"/>
            </a:endParaRPr>
          </a:p>
          <a:p>
            <a:pPr marL="391795">
              <a:lnSpc>
                <a:spcPct val="100000"/>
              </a:lnSpc>
              <a:spcBef>
                <a:spcPts val="1839"/>
              </a:spcBef>
            </a:pPr>
            <a:r>
              <a:rPr sz="4250" b="1" spc="-25" dirty="0">
                <a:solidFill>
                  <a:srgbClr val="004AAC"/>
                </a:solidFill>
                <a:latin typeface="Trebuchet MS"/>
                <a:cs typeface="Trebuchet MS"/>
              </a:rPr>
              <a:t>03</a:t>
            </a:r>
            <a:endParaRPr sz="4250">
              <a:latin typeface="Trebuchet MS"/>
              <a:cs typeface="Trebuchet MS"/>
            </a:endParaRPr>
          </a:p>
          <a:p>
            <a:pPr marL="389255">
              <a:lnSpc>
                <a:spcPct val="100000"/>
              </a:lnSpc>
              <a:spcBef>
                <a:spcPts val="1175"/>
              </a:spcBef>
            </a:pPr>
            <a:r>
              <a:rPr sz="4250" b="1" spc="-25" dirty="0">
                <a:solidFill>
                  <a:srgbClr val="004AAC"/>
                </a:solidFill>
                <a:latin typeface="Trebuchet MS"/>
                <a:cs typeface="Trebuchet MS"/>
              </a:rPr>
              <a:t>04</a:t>
            </a:r>
            <a:endParaRPr sz="4250">
              <a:latin typeface="Trebuchet MS"/>
              <a:cs typeface="Trebuchet MS"/>
            </a:endParaRPr>
          </a:p>
          <a:p>
            <a:pPr marL="412750">
              <a:lnSpc>
                <a:spcPct val="100000"/>
              </a:lnSpc>
              <a:spcBef>
                <a:spcPts val="1140"/>
              </a:spcBef>
            </a:pPr>
            <a:r>
              <a:rPr sz="4250" b="1" spc="-25" dirty="0">
                <a:solidFill>
                  <a:srgbClr val="004AAC"/>
                </a:solidFill>
                <a:latin typeface="Trebuchet MS"/>
                <a:cs typeface="Trebuchet MS"/>
              </a:rPr>
              <a:t>05</a:t>
            </a:r>
            <a:endParaRPr sz="4250">
              <a:latin typeface="Trebuchet MS"/>
              <a:cs typeface="Trebuchet MS"/>
            </a:endParaRPr>
          </a:p>
          <a:p>
            <a:pPr marL="405130">
              <a:lnSpc>
                <a:spcPct val="100000"/>
              </a:lnSpc>
              <a:spcBef>
                <a:spcPts val="1445"/>
              </a:spcBef>
            </a:pPr>
            <a:r>
              <a:rPr sz="4250" b="1" spc="-25" dirty="0">
                <a:solidFill>
                  <a:srgbClr val="004AAC"/>
                </a:solidFill>
                <a:latin typeface="Trebuchet MS"/>
                <a:cs typeface="Trebuchet MS"/>
              </a:rPr>
              <a:t>06</a:t>
            </a:r>
            <a:endParaRPr sz="4250">
              <a:latin typeface="Trebuchet MS"/>
              <a:cs typeface="Trebuchet MS"/>
            </a:endParaRPr>
          </a:p>
          <a:p>
            <a:pPr marL="431800">
              <a:lnSpc>
                <a:spcPct val="100000"/>
              </a:lnSpc>
              <a:spcBef>
                <a:spcPts val="1595"/>
              </a:spcBef>
            </a:pPr>
            <a:r>
              <a:rPr sz="4250" b="1" spc="-415" dirty="0">
                <a:solidFill>
                  <a:srgbClr val="004AAC"/>
                </a:solidFill>
                <a:latin typeface="Trebuchet MS"/>
                <a:cs typeface="Trebuchet MS"/>
              </a:rPr>
              <a:t>07</a:t>
            </a:r>
            <a:endParaRPr sz="42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4730" y="3323495"/>
            <a:ext cx="309118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765935" algn="l"/>
              </a:tabLst>
            </a:pPr>
            <a:r>
              <a:rPr sz="2500" spc="380" dirty="0">
                <a:solidFill>
                  <a:srgbClr val="231F20"/>
                </a:solidFill>
                <a:latin typeface="Calibri"/>
                <a:cs typeface="Calibri"/>
              </a:rPr>
              <a:t>NUESTRO</a:t>
            </a:r>
            <a:r>
              <a:rPr sz="25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spc="355" dirty="0">
                <a:solidFill>
                  <a:srgbClr val="231F20"/>
                </a:solidFill>
                <a:latin typeface="Calibri"/>
                <a:cs typeface="Calibri"/>
              </a:rPr>
              <a:t>EQUIPO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4730" y="4117713"/>
            <a:ext cx="144907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395" dirty="0">
                <a:solidFill>
                  <a:srgbClr val="231F20"/>
                </a:solidFill>
                <a:latin typeface="Calibri"/>
                <a:cs typeface="Calibri"/>
              </a:rPr>
              <a:t>CLIENTE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94730" y="5037803"/>
            <a:ext cx="272161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400" dirty="0">
                <a:solidFill>
                  <a:srgbClr val="231F20"/>
                </a:solidFill>
                <a:latin typeface="Calibri"/>
                <a:cs typeface="Calibri"/>
              </a:rPr>
              <a:t>PROBLEMÁTICA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94730" y="5832021"/>
            <a:ext cx="1837689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425" dirty="0">
                <a:solidFill>
                  <a:srgbClr val="231F20"/>
                </a:solidFill>
                <a:latin typeface="Calibri"/>
                <a:cs typeface="Calibri"/>
              </a:rPr>
              <a:t>SOLUCIÓN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94730" y="6632865"/>
            <a:ext cx="196596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445" dirty="0">
                <a:solidFill>
                  <a:srgbClr val="231F20"/>
                </a:solidFill>
                <a:latin typeface="Calibri"/>
                <a:cs typeface="Calibri"/>
              </a:rPr>
              <a:t>OBJETIVOS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94730" y="7425242"/>
            <a:ext cx="544703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76245" algn="l"/>
                <a:tab pos="3559175" algn="l"/>
              </a:tabLst>
            </a:pPr>
            <a:r>
              <a:rPr sz="2500" spc="415" dirty="0">
                <a:solidFill>
                  <a:srgbClr val="231F20"/>
                </a:solidFill>
                <a:latin typeface="Calibri"/>
                <a:cs typeface="Calibri"/>
              </a:rPr>
              <a:t>DEMOSTRACIÓN</a:t>
            </a:r>
            <a:r>
              <a:rPr sz="25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spc="300" dirty="0">
                <a:solidFill>
                  <a:srgbClr val="231F20"/>
                </a:solidFill>
                <a:latin typeface="Calibri"/>
                <a:cs typeface="Calibri"/>
              </a:rPr>
              <a:t>DE</a:t>
            </a:r>
            <a:r>
              <a:rPr sz="25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spc="455" dirty="0">
                <a:solidFill>
                  <a:srgbClr val="231F20"/>
                </a:solidFill>
                <a:latin typeface="Calibri"/>
                <a:cs typeface="Calibri"/>
              </a:rPr>
              <a:t>PROYECTO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94730" y="8269623"/>
            <a:ext cx="196532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390" dirty="0">
                <a:solidFill>
                  <a:srgbClr val="231F20"/>
                </a:solidFill>
                <a:latin typeface="Calibri"/>
                <a:cs typeface="Calibri"/>
              </a:rPr>
              <a:t>DESPEDIDA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160"/>
            <a:ext cx="18289270" cy="10311765"/>
            <a:chOff x="0" y="-12160"/>
            <a:chExt cx="18289270" cy="103117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" y="-12160"/>
              <a:ext cx="7001968" cy="48749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57992" y="3221624"/>
              <a:ext cx="6531252" cy="70779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38054" y="5207050"/>
              <a:ext cx="9552305" cy="2310130"/>
            </a:xfrm>
            <a:custGeom>
              <a:avLst/>
              <a:gdLst/>
              <a:ahLst/>
              <a:cxnLst/>
              <a:rect l="l" t="t" r="r" b="b"/>
              <a:pathLst>
                <a:path w="9552305" h="2310129">
                  <a:moveTo>
                    <a:pt x="3798493" y="0"/>
                  </a:moveTo>
                  <a:lnTo>
                    <a:pt x="0" y="0"/>
                  </a:lnTo>
                  <a:lnTo>
                    <a:pt x="0" y="2309558"/>
                  </a:lnTo>
                  <a:lnTo>
                    <a:pt x="3798493" y="2309558"/>
                  </a:lnTo>
                  <a:lnTo>
                    <a:pt x="3798493" y="0"/>
                  </a:lnTo>
                  <a:close/>
                </a:path>
                <a:path w="9552305" h="2310129">
                  <a:moveTo>
                    <a:pt x="9551886" y="0"/>
                  </a:moveTo>
                  <a:lnTo>
                    <a:pt x="5844413" y="0"/>
                  </a:lnTo>
                  <a:lnTo>
                    <a:pt x="5844413" y="2309558"/>
                  </a:lnTo>
                  <a:lnTo>
                    <a:pt x="9551886" y="2309558"/>
                  </a:lnTo>
                  <a:lnTo>
                    <a:pt x="9551886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8065" y="9426108"/>
              <a:ext cx="3867149" cy="408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82468" y="9426108"/>
              <a:ext cx="3867149" cy="408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15569" y="3794268"/>
              <a:ext cx="3796111" cy="37992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38054" y="3716768"/>
              <a:ext cx="3954779" cy="3954779"/>
            </a:xfrm>
            <a:custGeom>
              <a:avLst/>
              <a:gdLst/>
              <a:ahLst/>
              <a:cxnLst/>
              <a:rect l="l" t="t" r="r" b="b"/>
              <a:pathLst>
                <a:path w="3954779" h="3954779">
                  <a:moveTo>
                    <a:pt x="3954284" y="155003"/>
                  </a:moveTo>
                  <a:lnTo>
                    <a:pt x="3798493" y="155003"/>
                  </a:lnTo>
                  <a:lnTo>
                    <a:pt x="3798493" y="3799281"/>
                  </a:lnTo>
                  <a:lnTo>
                    <a:pt x="3954284" y="3799281"/>
                  </a:lnTo>
                  <a:lnTo>
                    <a:pt x="3954284" y="155003"/>
                  </a:lnTo>
                  <a:close/>
                </a:path>
                <a:path w="3954779" h="3954779">
                  <a:moveTo>
                    <a:pt x="3954284" y="0"/>
                  </a:moveTo>
                  <a:lnTo>
                    <a:pt x="0" y="0"/>
                  </a:lnTo>
                  <a:lnTo>
                    <a:pt x="0" y="154940"/>
                  </a:lnTo>
                  <a:lnTo>
                    <a:pt x="0" y="3799840"/>
                  </a:lnTo>
                  <a:lnTo>
                    <a:pt x="0" y="3954780"/>
                  </a:lnTo>
                  <a:lnTo>
                    <a:pt x="3954284" y="3954780"/>
                  </a:lnTo>
                  <a:lnTo>
                    <a:pt x="3954284" y="3799840"/>
                  </a:lnTo>
                  <a:lnTo>
                    <a:pt x="155016" y="3799840"/>
                  </a:lnTo>
                  <a:lnTo>
                    <a:pt x="155016" y="154940"/>
                  </a:lnTo>
                  <a:lnTo>
                    <a:pt x="3954284" y="154940"/>
                  </a:lnTo>
                  <a:lnTo>
                    <a:pt x="395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68960" y="3794268"/>
              <a:ext cx="3796111" cy="37992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891446" y="3716768"/>
              <a:ext cx="3954779" cy="3954779"/>
            </a:xfrm>
            <a:custGeom>
              <a:avLst/>
              <a:gdLst/>
              <a:ahLst/>
              <a:cxnLst/>
              <a:rect l="l" t="t" r="r" b="b"/>
              <a:pathLst>
                <a:path w="3954780" h="3954779">
                  <a:moveTo>
                    <a:pt x="3954284" y="155003"/>
                  </a:moveTo>
                  <a:lnTo>
                    <a:pt x="3798493" y="155003"/>
                  </a:lnTo>
                  <a:lnTo>
                    <a:pt x="3798493" y="3799281"/>
                  </a:lnTo>
                  <a:lnTo>
                    <a:pt x="3954284" y="3799281"/>
                  </a:lnTo>
                  <a:lnTo>
                    <a:pt x="3954284" y="155003"/>
                  </a:lnTo>
                  <a:close/>
                </a:path>
                <a:path w="3954780" h="3954779">
                  <a:moveTo>
                    <a:pt x="3954284" y="0"/>
                  </a:moveTo>
                  <a:lnTo>
                    <a:pt x="0" y="0"/>
                  </a:lnTo>
                  <a:lnTo>
                    <a:pt x="0" y="154940"/>
                  </a:lnTo>
                  <a:lnTo>
                    <a:pt x="0" y="3799840"/>
                  </a:lnTo>
                  <a:lnTo>
                    <a:pt x="0" y="3954780"/>
                  </a:lnTo>
                  <a:lnTo>
                    <a:pt x="3954284" y="3954780"/>
                  </a:lnTo>
                  <a:lnTo>
                    <a:pt x="3954284" y="3799840"/>
                  </a:lnTo>
                  <a:lnTo>
                    <a:pt x="155016" y="3799840"/>
                  </a:lnTo>
                  <a:lnTo>
                    <a:pt x="155016" y="154940"/>
                  </a:lnTo>
                  <a:lnTo>
                    <a:pt x="3954284" y="154940"/>
                  </a:lnTo>
                  <a:lnTo>
                    <a:pt x="395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139265" y="2031772"/>
            <a:ext cx="10027285" cy="1463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739130" algn="l"/>
              </a:tabLst>
            </a:pPr>
            <a:r>
              <a:rPr spc="120" dirty="0"/>
              <a:t>NUESTR</a:t>
            </a:r>
            <a:r>
              <a:rPr spc="-800" dirty="0"/>
              <a:t>O</a:t>
            </a:r>
            <a:r>
              <a:rPr dirty="0"/>
              <a:t>	</a:t>
            </a:r>
            <a:r>
              <a:rPr spc="140" dirty="0"/>
              <a:t>EQUIP</a:t>
            </a:r>
            <a:r>
              <a:rPr spc="-780" dirty="0"/>
              <a:t>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138065" y="7671544"/>
            <a:ext cx="3863340" cy="1755139"/>
          </a:xfrm>
          <a:prstGeom prst="rect">
            <a:avLst/>
          </a:prstGeom>
          <a:solidFill>
            <a:srgbClr val="004AAC"/>
          </a:solidFill>
        </p:spPr>
        <p:txBody>
          <a:bodyPr vert="horz" wrap="square" lIns="0" tIns="52069" rIns="0" bIns="0" rtlCol="0">
            <a:spAutoFit/>
          </a:bodyPr>
          <a:lstStyle/>
          <a:p>
            <a:pPr marL="396875">
              <a:lnSpc>
                <a:spcPct val="100000"/>
              </a:lnSpc>
              <a:spcBef>
                <a:spcPts val="409"/>
              </a:spcBef>
              <a:tabLst>
                <a:tab pos="1741170" algn="l"/>
              </a:tabLst>
            </a:pPr>
            <a:r>
              <a:rPr sz="3350" spc="215" dirty="0">
                <a:solidFill>
                  <a:srgbClr val="FFFAFA"/>
                </a:solidFill>
                <a:latin typeface="Calibri"/>
                <a:cs typeface="Calibri"/>
              </a:rPr>
              <a:t>Mario</a:t>
            </a:r>
            <a:r>
              <a:rPr sz="3350" dirty="0">
                <a:solidFill>
                  <a:srgbClr val="FFFAFA"/>
                </a:solidFill>
                <a:latin typeface="Calibri"/>
                <a:cs typeface="Calibri"/>
              </a:rPr>
              <a:t>	</a:t>
            </a:r>
            <a:r>
              <a:rPr sz="3350" spc="315" dirty="0">
                <a:solidFill>
                  <a:srgbClr val="FFFAFA"/>
                </a:solidFill>
                <a:latin typeface="Calibri"/>
                <a:cs typeface="Calibri"/>
              </a:rPr>
              <a:t>Garrido</a:t>
            </a:r>
            <a:endParaRPr sz="3350">
              <a:latin typeface="Calibri"/>
              <a:cs typeface="Calibri"/>
            </a:endParaRPr>
          </a:p>
          <a:p>
            <a:pPr marL="1031875" marR="484505" indent="-499109">
              <a:lnSpc>
                <a:spcPct val="100000"/>
              </a:lnSpc>
              <a:spcBef>
                <a:spcPts val="1485"/>
              </a:spcBef>
            </a:pPr>
            <a:r>
              <a:rPr sz="2500" spc="325" dirty="0">
                <a:solidFill>
                  <a:srgbClr val="FFFAFA"/>
                </a:solidFill>
                <a:latin typeface="Calibri"/>
                <a:cs typeface="Calibri"/>
              </a:rPr>
              <a:t>DESARROLLADOR </a:t>
            </a:r>
            <a:r>
              <a:rPr sz="2500" spc="335" dirty="0">
                <a:solidFill>
                  <a:srgbClr val="FFFAFA"/>
                </a:solidFill>
                <a:latin typeface="Calibri"/>
                <a:cs typeface="Calibri"/>
              </a:rPr>
              <a:t>FULLSTACK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82468" y="7671544"/>
            <a:ext cx="3863340" cy="1755139"/>
          </a:xfrm>
          <a:prstGeom prst="rect">
            <a:avLst/>
          </a:prstGeom>
          <a:solidFill>
            <a:srgbClr val="004AAC"/>
          </a:solidFill>
        </p:spPr>
        <p:txBody>
          <a:bodyPr vert="horz" wrap="square" lIns="0" tIns="52069" rIns="0" bIns="0" rtlCol="0">
            <a:spAutoFit/>
          </a:bodyPr>
          <a:lstStyle/>
          <a:p>
            <a:pPr marL="781685">
              <a:lnSpc>
                <a:spcPct val="100000"/>
              </a:lnSpc>
              <a:spcBef>
                <a:spcPts val="409"/>
              </a:spcBef>
              <a:tabLst>
                <a:tab pos="1818005" algn="l"/>
              </a:tabLst>
            </a:pPr>
            <a:r>
              <a:rPr sz="3350" spc="285" dirty="0">
                <a:solidFill>
                  <a:srgbClr val="FFFAFA"/>
                </a:solidFill>
                <a:latin typeface="Calibri"/>
                <a:cs typeface="Calibri"/>
              </a:rPr>
              <a:t>Saul</a:t>
            </a:r>
            <a:r>
              <a:rPr sz="3350" dirty="0">
                <a:solidFill>
                  <a:srgbClr val="FFFAFA"/>
                </a:solidFill>
                <a:latin typeface="Calibri"/>
                <a:cs typeface="Calibri"/>
              </a:rPr>
              <a:t>	</a:t>
            </a:r>
            <a:r>
              <a:rPr sz="3350" spc="254" dirty="0">
                <a:solidFill>
                  <a:srgbClr val="FFFAFA"/>
                </a:solidFill>
                <a:latin typeface="Calibri"/>
                <a:cs typeface="Calibri"/>
              </a:rPr>
              <a:t>Avila</a:t>
            </a:r>
            <a:endParaRPr sz="3350">
              <a:latin typeface="Calibri"/>
              <a:cs typeface="Calibri"/>
            </a:endParaRPr>
          </a:p>
          <a:p>
            <a:pPr marL="1418590" marR="1045844" indent="-174625">
              <a:lnSpc>
                <a:spcPts val="2950"/>
              </a:lnSpc>
              <a:spcBef>
                <a:spcPts val="1585"/>
              </a:spcBef>
            </a:pPr>
            <a:r>
              <a:rPr sz="2500" spc="315" dirty="0">
                <a:solidFill>
                  <a:srgbClr val="FFFAFA"/>
                </a:solidFill>
                <a:latin typeface="Calibri"/>
                <a:cs typeface="Calibri"/>
              </a:rPr>
              <a:t>PRODUCT </a:t>
            </a:r>
            <a:r>
              <a:rPr sz="2500" spc="275" dirty="0">
                <a:solidFill>
                  <a:srgbClr val="FFFAFA"/>
                </a:solidFill>
                <a:latin typeface="Calibri"/>
                <a:cs typeface="Calibri"/>
              </a:rPr>
              <a:t>OWNER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746BD08A-AD10-DD37-8BB9-9F6401964A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4779" y="3848099"/>
            <a:ext cx="3710292" cy="37323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23" y="0"/>
            <a:ext cx="18289270" cy="10287000"/>
            <a:chOff x="-1223" y="0"/>
            <a:chExt cx="18289270" cy="10287000"/>
          </a:xfrm>
        </p:grpSpPr>
        <p:sp>
          <p:nvSpPr>
            <p:cNvPr id="3" name="object 3"/>
            <p:cNvSpPr/>
            <p:nvPr/>
          </p:nvSpPr>
          <p:spPr>
            <a:xfrm>
              <a:off x="13662993" y="337473"/>
              <a:ext cx="4297045" cy="9566910"/>
            </a:xfrm>
            <a:custGeom>
              <a:avLst/>
              <a:gdLst/>
              <a:ahLst/>
              <a:cxnLst/>
              <a:rect l="l" t="t" r="r" b="b"/>
              <a:pathLst>
                <a:path w="4297044" h="9566910">
                  <a:moveTo>
                    <a:pt x="4296548" y="9566533"/>
                  </a:moveTo>
                  <a:lnTo>
                    <a:pt x="0" y="9566533"/>
                  </a:lnTo>
                  <a:lnTo>
                    <a:pt x="0" y="0"/>
                  </a:lnTo>
                  <a:lnTo>
                    <a:pt x="4296548" y="0"/>
                  </a:lnTo>
                  <a:lnTo>
                    <a:pt x="4296548" y="9566533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2191" y="5857075"/>
              <a:ext cx="7839074" cy="177062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23" y="6720753"/>
              <a:ext cx="5549425" cy="3555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98205" y="1835407"/>
              <a:ext cx="6574379" cy="65689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764088" y="1701304"/>
              <a:ext cx="6842759" cy="6842759"/>
            </a:xfrm>
            <a:custGeom>
              <a:avLst/>
              <a:gdLst/>
              <a:ahLst/>
              <a:cxnLst/>
              <a:rect l="l" t="t" r="r" b="b"/>
              <a:pathLst>
                <a:path w="6842759" h="6842759">
                  <a:moveTo>
                    <a:pt x="6842607" y="268224"/>
                  </a:moveTo>
                  <a:lnTo>
                    <a:pt x="6573012" y="268224"/>
                  </a:lnTo>
                  <a:lnTo>
                    <a:pt x="6573012" y="6574371"/>
                  </a:lnTo>
                  <a:lnTo>
                    <a:pt x="6842607" y="6574371"/>
                  </a:lnTo>
                  <a:lnTo>
                    <a:pt x="6842607" y="268224"/>
                  </a:lnTo>
                  <a:close/>
                </a:path>
                <a:path w="6842759" h="6842759">
                  <a:moveTo>
                    <a:pt x="6842607" y="0"/>
                  </a:moveTo>
                  <a:lnTo>
                    <a:pt x="0" y="0"/>
                  </a:lnTo>
                  <a:lnTo>
                    <a:pt x="0" y="267970"/>
                  </a:lnTo>
                  <a:lnTo>
                    <a:pt x="0" y="6574790"/>
                  </a:lnTo>
                  <a:lnTo>
                    <a:pt x="0" y="6842760"/>
                  </a:lnTo>
                  <a:lnTo>
                    <a:pt x="6842607" y="6842760"/>
                  </a:lnTo>
                  <a:lnTo>
                    <a:pt x="6842607" y="6574790"/>
                  </a:lnTo>
                  <a:lnTo>
                    <a:pt x="268224" y="6574790"/>
                  </a:lnTo>
                  <a:lnTo>
                    <a:pt x="268224" y="267970"/>
                  </a:lnTo>
                  <a:lnTo>
                    <a:pt x="6842607" y="267970"/>
                  </a:lnTo>
                  <a:lnTo>
                    <a:pt x="6842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29490" y="943208"/>
            <a:ext cx="7452359" cy="1949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95"/>
              </a:spcBef>
              <a:tabLst>
                <a:tab pos="3031490" algn="l"/>
              </a:tabLst>
            </a:pPr>
            <a:r>
              <a:rPr sz="5500" spc="235" dirty="0"/>
              <a:t>CLÍNIC</a:t>
            </a:r>
            <a:r>
              <a:rPr sz="5500" spc="-300" dirty="0"/>
              <a:t>A</a:t>
            </a:r>
            <a:r>
              <a:rPr sz="5500" dirty="0"/>
              <a:t>	</a:t>
            </a:r>
            <a:r>
              <a:rPr sz="5500" spc="130" dirty="0"/>
              <a:t>VETERINARI</a:t>
            </a:r>
            <a:r>
              <a:rPr sz="5500" spc="-405" dirty="0"/>
              <a:t>A</a:t>
            </a:r>
            <a:r>
              <a:rPr sz="5500" spc="80" dirty="0"/>
              <a:t> </a:t>
            </a:r>
            <a:r>
              <a:rPr sz="5500" spc="204" dirty="0"/>
              <a:t>PUCAR</a:t>
            </a:r>
            <a:r>
              <a:rPr sz="5500" spc="-330" dirty="0"/>
              <a:t>Á</a:t>
            </a:r>
            <a:endParaRPr sz="5500"/>
          </a:p>
        </p:txBody>
      </p:sp>
      <p:sp>
        <p:nvSpPr>
          <p:cNvPr id="9" name="object 9"/>
          <p:cNvSpPr txBox="1"/>
          <p:nvPr/>
        </p:nvSpPr>
        <p:spPr>
          <a:xfrm>
            <a:off x="2142191" y="3396305"/>
            <a:ext cx="7840980" cy="3348354"/>
          </a:xfrm>
          <a:prstGeom prst="rect">
            <a:avLst/>
          </a:prstGeom>
          <a:solidFill>
            <a:srgbClr val="004AAC"/>
          </a:solidFill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2200">
              <a:latin typeface="Times New Roman"/>
              <a:cs typeface="Times New Roman"/>
            </a:endParaRPr>
          </a:p>
          <a:p>
            <a:pPr marL="532130">
              <a:lnSpc>
                <a:spcPct val="100000"/>
              </a:lnSpc>
            </a:pPr>
            <a:r>
              <a:rPr sz="2200" b="1" spc="270" dirty="0">
                <a:solidFill>
                  <a:srgbClr val="FFFFFF"/>
                </a:solidFill>
                <a:latin typeface="Calibri"/>
                <a:cs typeface="Calibri"/>
              </a:rPr>
              <a:t>Perfil</a:t>
            </a:r>
            <a:r>
              <a:rPr sz="2200" b="1" spc="4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28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200" b="1" spc="4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60" dirty="0">
                <a:solidFill>
                  <a:srgbClr val="FFFFFF"/>
                </a:solidFill>
                <a:latin typeface="Calibri"/>
                <a:cs typeface="Calibri"/>
              </a:rPr>
              <a:t>contexto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200">
              <a:latin typeface="Calibri"/>
              <a:cs typeface="Calibri"/>
            </a:endParaRPr>
          </a:p>
          <a:p>
            <a:pPr marL="532130" marR="701675">
              <a:lnSpc>
                <a:spcPct val="114999"/>
              </a:lnSpc>
            </a:pPr>
            <a:r>
              <a:rPr sz="2200" b="1" spc="34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200"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70" dirty="0">
                <a:solidFill>
                  <a:srgbClr val="FFFFFF"/>
                </a:solidFill>
                <a:latin typeface="Calibri"/>
                <a:cs typeface="Calibri"/>
              </a:rPr>
              <a:t>Clínica</a:t>
            </a:r>
            <a:r>
              <a:rPr sz="2200" b="1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20" dirty="0">
                <a:solidFill>
                  <a:srgbClr val="FFFFFF"/>
                </a:solidFill>
                <a:latin typeface="Calibri"/>
                <a:cs typeface="Calibri"/>
              </a:rPr>
              <a:t>Veterinaria</a:t>
            </a:r>
            <a:r>
              <a:rPr sz="2200"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75" dirty="0">
                <a:solidFill>
                  <a:srgbClr val="FFFFFF"/>
                </a:solidFill>
                <a:latin typeface="Calibri"/>
                <a:cs typeface="Calibri"/>
              </a:rPr>
              <a:t>Pucará</a:t>
            </a:r>
            <a:r>
              <a:rPr sz="2200"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45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2200"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400" dirty="0">
                <a:solidFill>
                  <a:srgbClr val="FFFFFF"/>
                </a:solidFill>
                <a:latin typeface="Calibri"/>
                <a:cs typeface="Calibri"/>
              </a:rPr>
              <a:t>dedica</a:t>
            </a:r>
            <a:r>
              <a:rPr sz="2200"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13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200" b="1" spc="350" dirty="0">
                <a:solidFill>
                  <a:srgbClr val="FFFFFF"/>
                </a:solidFill>
                <a:latin typeface="Calibri"/>
                <a:cs typeface="Calibri"/>
              </a:rPr>
              <a:t>ofrecer</a:t>
            </a:r>
            <a:r>
              <a:rPr sz="2200" b="1" spc="4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65" dirty="0">
                <a:solidFill>
                  <a:srgbClr val="FFFFFF"/>
                </a:solidFill>
                <a:latin typeface="Calibri"/>
                <a:cs typeface="Calibri"/>
              </a:rPr>
              <a:t>atención</a:t>
            </a:r>
            <a:r>
              <a:rPr sz="2200" b="1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3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200" b="1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75" dirty="0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sz="2200" b="1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18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b="1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80" dirty="0">
                <a:solidFill>
                  <a:srgbClr val="FFFFFF"/>
                </a:solidFill>
                <a:latin typeface="Calibri"/>
                <a:cs typeface="Calibri"/>
              </a:rPr>
              <a:t>mascotas,</a:t>
            </a:r>
            <a:endParaRPr sz="2200">
              <a:latin typeface="Calibri"/>
              <a:cs typeface="Calibri"/>
            </a:endParaRPr>
          </a:p>
          <a:p>
            <a:pPr marL="532130" marR="546735">
              <a:lnSpc>
                <a:spcPct val="114999"/>
              </a:lnSpc>
            </a:pPr>
            <a:r>
              <a:rPr sz="2200" b="1" spc="355" dirty="0">
                <a:solidFill>
                  <a:srgbClr val="FFFFFF"/>
                </a:solidFill>
                <a:latin typeface="Calibri"/>
                <a:cs typeface="Calibri"/>
              </a:rPr>
              <a:t>enfrentando</a:t>
            </a:r>
            <a:r>
              <a:rPr sz="2200" b="1" spc="48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70" dirty="0">
                <a:solidFill>
                  <a:srgbClr val="FFFFFF"/>
                </a:solidFill>
                <a:latin typeface="Calibri"/>
                <a:cs typeface="Calibri"/>
              </a:rPr>
              <a:t>desafíos</a:t>
            </a:r>
            <a:r>
              <a:rPr sz="2200" b="1" spc="48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60" dirty="0">
                <a:solidFill>
                  <a:srgbClr val="FFFFFF"/>
                </a:solidFill>
                <a:latin typeface="Calibri"/>
                <a:cs typeface="Calibri"/>
              </a:rPr>
              <a:t>administrativos</a:t>
            </a:r>
            <a:r>
              <a:rPr sz="2200" b="1" spc="48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25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2200" b="1" spc="370" dirty="0">
                <a:solidFill>
                  <a:srgbClr val="FFFFFF"/>
                </a:solidFill>
                <a:latin typeface="Calibri"/>
                <a:cs typeface="Calibri"/>
              </a:rPr>
              <a:t>afectan</a:t>
            </a:r>
            <a:r>
              <a:rPr sz="2200" b="1" spc="4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215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200" b="1" spc="4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70" dirty="0">
                <a:solidFill>
                  <a:srgbClr val="FFFFFF"/>
                </a:solidFill>
                <a:latin typeface="Calibri"/>
                <a:cs typeface="Calibri"/>
              </a:rPr>
              <a:t>eficiencia</a:t>
            </a:r>
            <a:r>
              <a:rPr sz="2200" b="1" spc="4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28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200" b="1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215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200" b="1" spc="4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370" dirty="0">
                <a:solidFill>
                  <a:srgbClr val="FFFFFF"/>
                </a:solidFill>
                <a:latin typeface="Calibri"/>
                <a:cs typeface="Calibri"/>
              </a:rPr>
              <a:t>experiencia</a:t>
            </a:r>
            <a:r>
              <a:rPr sz="2200" b="1" spc="4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280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2200" b="1" spc="315" dirty="0">
                <a:solidFill>
                  <a:srgbClr val="FFFFFF"/>
                </a:solidFill>
                <a:latin typeface="Calibri"/>
                <a:cs typeface="Calibri"/>
              </a:rPr>
              <a:t>cliente.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0098" y="5501098"/>
            <a:ext cx="9267660" cy="47859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74426" y="2657887"/>
            <a:ext cx="3475990" cy="1151255"/>
          </a:xfrm>
          <a:prstGeom prst="rect">
            <a:avLst/>
          </a:prstGeom>
          <a:solidFill>
            <a:srgbClr val="004AAC"/>
          </a:solidFill>
        </p:spPr>
        <p:txBody>
          <a:bodyPr vert="horz" wrap="square" lIns="0" tIns="17145" rIns="0" bIns="0" rtlCol="0">
            <a:spAutoFit/>
          </a:bodyPr>
          <a:lstStyle/>
          <a:p>
            <a:pPr marL="1237615" marR="278765" indent="-953769">
              <a:lnSpc>
                <a:spcPts val="4050"/>
              </a:lnSpc>
              <a:spcBef>
                <a:spcPts val="135"/>
              </a:spcBef>
            </a:pPr>
            <a:r>
              <a:rPr sz="2950" b="1" spc="245" dirty="0">
                <a:solidFill>
                  <a:srgbClr val="FFFFFF"/>
                </a:solidFill>
                <a:latin typeface="Calibri"/>
                <a:cs typeface="Calibri"/>
              </a:rPr>
              <a:t>Uso</a:t>
            </a:r>
            <a:r>
              <a:rPr sz="2950" b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50" b="1" spc="32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950" b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50" b="1" spc="195" dirty="0">
                <a:solidFill>
                  <a:srgbClr val="FFFFFF"/>
                </a:solidFill>
                <a:latin typeface="Calibri"/>
                <a:cs typeface="Calibri"/>
              </a:rPr>
              <a:t>planillas </a:t>
            </a:r>
            <a:r>
              <a:rPr sz="2950" b="1" spc="290" dirty="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18805" y="2657887"/>
            <a:ext cx="3475990" cy="1151255"/>
          </a:xfrm>
          <a:prstGeom prst="rect">
            <a:avLst/>
          </a:prstGeom>
          <a:solidFill>
            <a:srgbClr val="004AAC"/>
          </a:solidFill>
        </p:spPr>
        <p:txBody>
          <a:bodyPr vert="horz" wrap="square" lIns="0" tIns="17145" rIns="0" bIns="0" rtlCol="0">
            <a:spAutoFit/>
          </a:bodyPr>
          <a:lstStyle/>
          <a:p>
            <a:pPr marL="911860" marR="629920" indent="-276860">
              <a:lnSpc>
                <a:spcPts val="4050"/>
              </a:lnSpc>
              <a:spcBef>
                <a:spcPts val="135"/>
              </a:spcBef>
            </a:pPr>
            <a:r>
              <a:rPr sz="2950" b="1" spc="275" dirty="0">
                <a:solidFill>
                  <a:srgbClr val="FFFFFF"/>
                </a:solidFill>
                <a:latin typeface="Calibri"/>
                <a:cs typeface="Calibri"/>
              </a:rPr>
              <a:t>Retrasos</a:t>
            </a:r>
            <a:r>
              <a:rPr sz="295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50" b="1" spc="235" dirty="0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sz="2950" b="1" spc="260" dirty="0">
                <a:solidFill>
                  <a:srgbClr val="FFFFFF"/>
                </a:solidFill>
                <a:latin typeface="Calibri"/>
                <a:cs typeface="Calibri"/>
              </a:rPr>
              <a:t>atención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84209" y="2657887"/>
            <a:ext cx="3474085" cy="1665605"/>
          </a:xfrm>
          <a:custGeom>
            <a:avLst/>
            <a:gdLst/>
            <a:ahLst/>
            <a:cxnLst/>
            <a:rect l="l" t="t" r="r" b="b"/>
            <a:pathLst>
              <a:path w="3474084" h="1665604">
                <a:moveTo>
                  <a:pt x="3474019" y="1665447"/>
                </a:moveTo>
                <a:lnTo>
                  <a:pt x="0" y="1665447"/>
                </a:lnTo>
                <a:lnTo>
                  <a:pt x="0" y="0"/>
                </a:lnTo>
                <a:lnTo>
                  <a:pt x="3474019" y="0"/>
                </a:lnTo>
                <a:lnTo>
                  <a:pt x="3474019" y="166544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26273" y="2635186"/>
            <a:ext cx="2790190" cy="156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14399"/>
              </a:lnSpc>
              <a:spcBef>
                <a:spcPts val="90"/>
              </a:spcBef>
            </a:pPr>
            <a:r>
              <a:rPr sz="2950" b="1" spc="235" dirty="0">
                <a:solidFill>
                  <a:srgbClr val="FFFFFF"/>
                </a:solidFill>
                <a:latin typeface="Calibri"/>
                <a:cs typeface="Calibri"/>
              </a:rPr>
              <a:t>Dificultad</a:t>
            </a:r>
            <a:r>
              <a:rPr sz="295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50" b="1" spc="240" dirty="0">
                <a:solidFill>
                  <a:srgbClr val="FFFFFF"/>
                </a:solidFill>
                <a:latin typeface="Calibri"/>
                <a:cs typeface="Calibri"/>
              </a:rPr>
              <a:t>para </a:t>
            </a:r>
            <a:r>
              <a:rPr sz="2950" b="1" spc="254" dirty="0">
                <a:solidFill>
                  <a:srgbClr val="FFFFFF"/>
                </a:solidFill>
                <a:latin typeface="Calibri"/>
                <a:cs typeface="Calibri"/>
              </a:rPr>
              <a:t>encontrar </a:t>
            </a:r>
            <a:r>
              <a:rPr sz="2950" b="1" spc="229" dirty="0">
                <a:solidFill>
                  <a:srgbClr val="FFFFFF"/>
                </a:solidFill>
                <a:latin typeface="Calibri"/>
                <a:cs typeface="Calibri"/>
              </a:rPr>
              <a:t>información</a:t>
            </a:r>
            <a:endParaRPr sz="2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11776" y="-2"/>
            <a:ext cx="18301335" cy="10287000"/>
            <a:chOff x="-11776" y="-2"/>
            <a:chExt cx="18301335" cy="102870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94962" y="-2"/>
              <a:ext cx="3794104" cy="297180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1776" y="6509439"/>
              <a:ext cx="2456505" cy="377743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093030" y="6050431"/>
              <a:ext cx="8184515" cy="3078480"/>
            </a:xfrm>
            <a:custGeom>
              <a:avLst/>
              <a:gdLst/>
              <a:ahLst/>
              <a:cxnLst/>
              <a:rect l="l" t="t" r="r" b="b"/>
              <a:pathLst>
                <a:path w="8184515" h="3078479">
                  <a:moveTo>
                    <a:pt x="344004" y="1960613"/>
                  </a:moveTo>
                  <a:lnTo>
                    <a:pt x="222592" y="1960613"/>
                  </a:lnTo>
                  <a:lnTo>
                    <a:pt x="222592" y="2001075"/>
                  </a:lnTo>
                  <a:lnTo>
                    <a:pt x="344004" y="2001075"/>
                  </a:lnTo>
                  <a:lnTo>
                    <a:pt x="344004" y="1960613"/>
                  </a:lnTo>
                  <a:close/>
                </a:path>
                <a:path w="8184515" h="3078479">
                  <a:moveTo>
                    <a:pt x="364236" y="2911678"/>
                  </a:moveTo>
                  <a:lnTo>
                    <a:pt x="222592" y="2911678"/>
                  </a:lnTo>
                  <a:lnTo>
                    <a:pt x="222592" y="2952153"/>
                  </a:lnTo>
                  <a:lnTo>
                    <a:pt x="364236" y="2952153"/>
                  </a:lnTo>
                  <a:lnTo>
                    <a:pt x="364236" y="2911678"/>
                  </a:lnTo>
                  <a:close/>
                </a:path>
                <a:path w="8184515" h="3078479">
                  <a:moveTo>
                    <a:pt x="364236" y="2810510"/>
                  </a:moveTo>
                  <a:lnTo>
                    <a:pt x="222592" y="2810510"/>
                  </a:lnTo>
                  <a:lnTo>
                    <a:pt x="222592" y="2850972"/>
                  </a:lnTo>
                  <a:lnTo>
                    <a:pt x="364236" y="2850972"/>
                  </a:lnTo>
                  <a:lnTo>
                    <a:pt x="364236" y="2810510"/>
                  </a:lnTo>
                  <a:close/>
                </a:path>
                <a:path w="8184515" h="3078479">
                  <a:moveTo>
                    <a:pt x="364236" y="2709329"/>
                  </a:moveTo>
                  <a:lnTo>
                    <a:pt x="222592" y="2709329"/>
                  </a:lnTo>
                  <a:lnTo>
                    <a:pt x="222592" y="2749804"/>
                  </a:lnTo>
                  <a:lnTo>
                    <a:pt x="364236" y="2749804"/>
                  </a:lnTo>
                  <a:lnTo>
                    <a:pt x="364236" y="2709329"/>
                  </a:lnTo>
                  <a:close/>
                </a:path>
                <a:path w="8184515" h="3078479">
                  <a:moveTo>
                    <a:pt x="404710" y="2061781"/>
                  </a:moveTo>
                  <a:lnTo>
                    <a:pt x="222592" y="2061781"/>
                  </a:lnTo>
                  <a:lnTo>
                    <a:pt x="222592" y="2102256"/>
                  </a:lnTo>
                  <a:lnTo>
                    <a:pt x="404710" y="2102256"/>
                  </a:lnTo>
                  <a:lnTo>
                    <a:pt x="404710" y="2061781"/>
                  </a:lnTo>
                  <a:close/>
                </a:path>
                <a:path w="8184515" h="3078479">
                  <a:moveTo>
                    <a:pt x="465416" y="2567673"/>
                  </a:moveTo>
                  <a:lnTo>
                    <a:pt x="404710" y="2567673"/>
                  </a:lnTo>
                  <a:lnTo>
                    <a:pt x="404710" y="2203437"/>
                  </a:lnTo>
                  <a:lnTo>
                    <a:pt x="404710" y="2183193"/>
                  </a:lnTo>
                  <a:lnTo>
                    <a:pt x="403263" y="2174913"/>
                  </a:lnTo>
                  <a:lnTo>
                    <a:pt x="399148" y="2168525"/>
                  </a:lnTo>
                  <a:lnTo>
                    <a:pt x="392760" y="2164423"/>
                  </a:lnTo>
                  <a:lnTo>
                    <a:pt x="384479" y="2162962"/>
                  </a:lnTo>
                  <a:lnTo>
                    <a:pt x="364236" y="2162962"/>
                  </a:lnTo>
                  <a:lnTo>
                    <a:pt x="364236" y="2203437"/>
                  </a:lnTo>
                  <a:lnTo>
                    <a:pt x="364236" y="2567673"/>
                  </a:lnTo>
                  <a:lnTo>
                    <a:pt x="283298" y="2567673"/>
                  </a:lnTo>
                  <a:lnTo>
                    <a:pt x="283298" y="2345080"/>
                  </a:lnTo>
                  <a:lnTo>
                    <a:pt x="283298" y="2203437"/>
                  </a:lnTo>
                  <a:lnTo>
                    <a:pt x="364236" y="2203437"/>
                  </a:lnTo>
                  <a:lnTo>
                    <a:pt x="364236" y="2162962"/>
                  </a:lnTo>
                  <a:lnTo>
                    <a:pt x="263067" y="2162962"/>
                  </a:lnTo>
                  <a:lnTo>
                    <a:pt x="254774" y="2164423"/>
                  </a:lnTo>
                  <a:lnTo>
                    <a:pt x="248399" y="2168525"/>
                  </a:lnTo>
                  <a:lnTo>
                    <a:pt x="244284" y="2174913"/>
                  </a:lnTo>
                  <a:lnTo>
                    <a:pt x="242824" y="2183193"/>
                  </a:lnTo>
                  <a:lnTo>
                    <a:pt x="242824" y="2304618"/>
                  </a:lnTo>
                  <a:lnTo>
                    <a:pt x="242824" y="2345080"/>
                  </a:lnTo>
                  <a:lnTo>
                    <a:pt x="242824" y="2567673"/>
                  </a:lnTo>
                  <a:lnTo>
                    <a:pt x="161886" y="2567673"/>
                  </a:lnTo>
                  <a:lnTo>
                    <a:pt x="161886" y="2446261"/>
                  </a:lnTo>
                  <a:lnTo>
                    <a:pt x="161886" y="2345080"/>
                  </a:lnTo>
                  <a:lnTo>
                    <a:pt x="242824" y="2345080"/>
                  </a:lnTo>
                  <a:lnTo>
                    <a:pt x="242824" y="2304618"/>
                  </a:lnTo>
                  <a:lnTo>
                    <a:pt x="141655" y="2304618"/>
                  </a:lnTo>
                  <a:lnTo>
                    <a:pt x="133362" y="2306066"/>
                  </a:lnTo>
                  <a:lnTo>
                    <a:pt x="126974" y="2310180"/>
                  </a:lnTo>
                  <a:lnTo>
                    <a:pt x="122872" y="2316569"/>
                  </a:lnTo>
                  <a:lnTo>
                    <a:pt x="121412" y="2324849"/>
                  </a:lnTo>
                  <a:lnTo>
                    <a:pt x="121412" y="2405786"/>
                  </a:lnTo>
                  <a:lnTo>
                    <a:pt x="121412" y="2446261"/>
                  </a:lnTo>
                  <a:lnTo>
                    <a:pt x="121412" y="2567673"/>
                  </a:lnTo>
                  <a:lnTo>
                    <a:pt x="40474" y="2567673"/>
                  </a:lnTo>
                  <a:lnTo>
                    <a:pt x="40474" y="2446261"/>
                  </a:lnTo>
                  <a:lnTo>
                    <a:pt x="121412" y="2446261"/>
                  </a:lnTo>
                  <a:lnTo>
                    <a:pt x="121412" y="2405786"/>
                  </a:lnTo>
                  <a:lnTo>
                    <a:pt x="20231" y="2405786"/>
                  </a:lnTo>
                  <a:lnTo>
                    <a:pt x="11950" y="2407247"/>
                  </a:lnTo>
                  <a:lnTo>
                    <a:pt x="5562" y="2411361"/>
                  </a:lnTo>
                  <a:lnTo>
                    <a:pt x="1460" y="2417749"/>
                  </a:lnTo>
                  <a:lnTo>
                    <a:pt x="0" y="2426030"/>
                  </a:lnTo>
                  <a:lnTo>
                    <a:pt x="0" y="2587917"/>
                  </a:lnTo>
                  <a:lnTo>
                    <a:pt x="1460" y="2596197"/>
                  </a:lnTo>
                  <a:lnTo>
                    <a:pt x="5562" y="2602585"/>
                  </a:lnTo>
                  <a:lnTo>
                    <a:pt x="11950" y="2606687"/>
                  </a:lnTo>
                  <a:lnTo>
                    <a:pt x="20231" y="2608148"/>
                  </a:lnTo>
                  <a:lnTo>
                    <a:pt x="465416" y="2608148"/>
                  </a:lnTo>
                  <a:lnTo>
                    <a:pt x="465416" y="2567673"/>
                  </a:lnTo>
                  <a:close/>
                </a:path>
                <a:path w="8184515" h="3078479">
                  <a:moveTo>
                    <a:pt x="566597" y="2911678"/>
                  </a:moveTo>
                  <a:lnTo>
                    <a:pt x="424954" y="2911678"/>
                  </a:lnTo>
                  <a:lnTo>
                    <a:pt x="424954" y="2952153"/>
                  </a:lnTo>
                  <a:lnTo>
                    <a:pt x="566597" y="2952153"/>
                  </a:lnTo>
                  <a:lnTo>
                    <a:pt x="566597" y="2911678"/>
                  </a:lnTo>
                  <a:close/>
                </a:path>
                <a:path w="8184515" h="3078479">
                  <a:moveTo>
                    <a:pt x="566597" y="2810510"/>
                  </a:moveTo>
                  <a:lnTo>
                    <a:pt x="424954" y="2810510"/>
                  </a:lnTo>
                  <a:lnTo>
                    <a:pt x="424954" y="2850972"/>
                  </a:lnTo>
                  <a:lnTo>
                    <a:pt x="566597" y="2850972"/>
                  </a:lnTo>
                  <a:lnTo>
                    <a:pt x="566597" y="2810510"/>
                  </a:lnTo>
                  <a:close/>
                </a:path>
                <a:path w="8184515" h="3078479">
                  <a:moveTo>
                    <a:pt x="566597" y="2709329"/>
                  </a:moveTo>
                  <a:lnTo>
                    <a:pt x="424954" y="2709329"/>
                  </a:lnTo>
                  <a:lnTo>
                    <a:pt x="424954" y="2749804"/>
                  </a:lnTo>
                  <a:lnTo>
                    <a:pt x="566597" y="2749804"/>
                  </a:lnTo>
                  <a:lnTo>
                    <a:pt x="566597" y="2709329"/>
                  </a:lnTo>
                  <a:close/>
                </a:path>
                <a:path w="8184515" h="3078479">
                  <a:moveTo>
                    <a:pt x="768959" y="2911678"/>
                  </a:moveTo>
                  <a:lnTo>
                    <a:pt x="627303" y="2911678"/>
                  </a:lnTo>
                  <a:lnTo>
                    <a:pt x="627303" y="2952153"/>
                  </a:lnTo>
                  <a:lnTo>
                    <a:pt x="768959" y="2952153"/>
                  </a:lnTo>
                  <a:lnTo>
                    <a:pt x="768959" y="2911678"/>
                  </a:lnTo>
                  <a:close/>
                </a:path>
                <a:path w="8184515" h="3078479">
                  <a:moveTo>
                    <a:pt x="768959" y="2810510"/>
                  </a:moveTo>
                  <a:lnTo>
                    <a:pt x="627303" y="2810510"/>
                  </a:lnTo>
                  <a:lnTo>
                    <a:pt x="627303" y="2850972"/>
                  </a:lnTo>
                  <a:lnTo>
                    <a:pt x="768959" y="2850972"/>
                  </a:lnTo>
                  <a:lnTo>
                    <a:pt x="768959" y="2810510"/>
                  </a:lnTo>
                  <a:close/>
                </a:path>
                <a:path w="8184515" h="3078479">
                  <a:moveTo>
                    <a:pt x="768959" y="2709329"/>
                  </a:moveTo>
                  <a:lnTo>
                    <a:pt x="627303" y="2709329"/>
                  </a:lnTo>
                  <a:lnTo>
                    <a:pt x="627303" y="2749804"/>
                  </a:lnTo>
                  <a:lnTo>
                    <a:pt x="768959" y="2749804"/>
                  </a:lnTo>
                  <a:lnTo>
                    <a:pt x="768959" y="2709329"/>
                  </a:lnTo>
                  <a:close/>
                </a:path>
                <a:path w="8184515" h="3078479">
                  <a:moveTo>
                    <a:pt x="930846" y="2608148"/>
                  </a:moveTo>
                  <a:lnTo>
                    <a:pt x="505891" y="2608148"/>
                  </a:lnTo>
                  <a:lnTo>
                    <a:pt x="505891" y="2648623"/>
                  </a:lnTo>
                  <a:lnTo>
                    <a:pt x="930846" y="2648623"/>
                  </a:lnTo>
                  <a:lnTo>
                    <a:pt x="930846" y="2608148"/>
                  </a:lnTo>
                  <a:close/>
                </a:path>
                <a:path w="8184515" h="3078479">
                  <a:moveTo>
                    <a:pt x="930846" y="2506967"/>
                  </a:moveTo>
                  <a:lnTo>
                    <a:pt x="505891" y="2506967"/>
                  </a:lnTo>
                  <a:lnTo>
                    <a:pt x="505891" y="2547442"/>
                  </a:lnTo>
                  <a:lnTo>
                    <a:pt x="930846" y="2547442"/>
                  </a:lnTo>
                  <a:lnTo>
                    <a:pt x="930846" y="2506967"/>
                  </a:lnTo>
                  <a:close/>
                </a:path>
                <a:path w="8184515" h="3078479">
                  <a:moveTo>
                    <a:pt x="930846" y="2405786"/>
                  </a:moveTo>
                  <a:lnTo>
                    <a:pt x="505891" y="2405786"/>
                  </a:lnTo>
                  <a:lnTo>
                    <a:pt x="505891" y="2446261"/>
                  </a:lnTo>
                  <a:lnTo>
                    <a:pt x="930846" y="2446261"/>
                  </a:lnTo>
                  <a:lnTo>
                    <a:pt x="930846" y="2405786"/>
                  </a:lnTo>
                  <a:close/>
                </a:path>
                <a:path w="8184515" h="3078479">
                  <a:moveTo>
                    <a:pt x="951077" y="1980844"/>
                  </a:moveTo>
                  <a:lnTo>
                    <a:pt x="949617" y="1972564"/>
                  </a:lnTo>
                  <a:lnTo>
                    <a:pt x="945515" y="1966175"/>
                  </a:lnTo>
                  <a:lnTo>
                    <a:pt x="939126" y="1962061"/>
                  </a:lnTo>
                  <a:lnTo>
                    <a:pt x="930846" y="1960613"/>
                  </a:lnTo>
                  <a:lnTo>
                    <a:pt x="910602" y="1960613"/>
                  </a:lnTo>
                  <a:lnTo>
                    <a:pt x="910602" y="2001075"/>
                  </a:lnTo>
                  <a:lnTo>
                    <a:pt x="910602" y="2082025"/>
                  </a:lnTo>
                  <a:lnTo>
                    <a:pt x="910602" y="2122487"/>
                  </a:lnTo>
                  <a:lnTo>
                    <a:pt x="910602" y="2304618"/>
                  </a:lnTo>
                  <a:lnTo>
                    <a:pt x="667778" y="2304618"/>
                  </a:lnTo>
                  <a:lnTo>
                    <a:pt x="667778" y="2122487"/>
                  </a:lnTo>
                  <a:lnTo>
                    <a:pt x="910602" y="2122487"/>
                  </a:lnTo>
                  <a:lnTo>
                    <a:pt x="910602" y="2082025"/>
                  </a:lnTo>
                  <a:lnTo>
                    <a:pt x="667778" y="2082025"/>
                  </a:lnTo>
                  <a:lnTo>
                    <a:pt x="667778" y="2001075"/>
                  </a:lnTo>
                  <a:lnTo>
                    <a:pt x="910602" y="2001075"/>
                  </a:lnTo>
                  <a:lnTo>
                    <a:pt x="910602" y="1960613"/>
                  </a:lnTo>
                  <a:lnTo>
                    <a:pt x="627303" y="1960613"/>
                  </a:lnTo>
                  <a:lnTo>
                    <a:pt x="627303" y="2001075"/>
                  </a:lnTo>
                  <a:lnTo>
                    <a:pt x="627303" y="2082025"/>
                  </a:lnTo>
                  <a:lnTo>
                    <a:pt x="627303" y="2122487"/>
                  </a:lnTo>
                  <a:lnTo>
                    <a:pt x="627303" y="2304618"/>
                  </a:lnTo>
                  <a:lnTo>
                    <a:pt x="526122" y="2304618"/>
                  </a:lnTo>
                  <a:lnTo>
                    <a:pt x="526122" y="2122487"/>
                  </a:lnTo>
                  <a:lnTo>
                    <a:pt x="627303" y="2122487"/>
                  </a:lnTo>
                  <a:lnTo>
                    <a:pt x="627303" y="2082025"/>
                  </a:lnTo>
                  <a:lnTo>
                    <a:pt x="526122" y="2082025"/>
                  </a:lnTo>
                  <a:lnTo>
                    <a:pt x="526122" y="2001075"/>
                  </a:lnTo>
                  <a:lnTo>
                    <a:pt x="627303" y="2001075"/>
                  </a:lnTo>
                  <a:lnTo>
                    <a:pt x="627303" y="1960613"/>
                  </a:lnTo>
                  <a:lnTo>
                    <a:pt x="505891" y="1960613"/>
                  </a:lnTo>
                  <a:lnTo>
                    <a:pt x="497611" y="1962061"/>
                  </a:lnTo>
                  <a:lnTo>
                    <a:pt x="491223" y="1966175"/>
                  </a:lnTo>
                  <a:lnTo>
                    <a:pt x="487108" y="1972564"/>
                  </a:lnTo>
                  <a:lnTo>
                    <a:pt x="485660" y="1980844"/>
                  </a:lnTo>
                  <a:lnTo>
                    <a:pt x="485660" y="2324849"/>
                  </a:lnTo>
                  <a:lnTo>
                    <a:pt x="487108" y="2333129"/>
                  </a:lnTo>
                  <a:lnTo>
                    <a:pt x="491223" y="2339517"/>
                  </a:lnTo>
                  <a:lnTo>
                    <a:pt x="497611" y="2343632"/>
                  </a:lnTo>
                  <a:lnTo>
                    <a:pt x="505891" y="2345080"/>
                  </a:lnTo>
                  <a:lnTo>
                    <a:pt x="930846" y="2345080"/>
                  </a:lnTo>
                  <a:lnTo>
                    <a:pt x="939126" y="2343632"/>
                  </a:lnTo>
                  <a:lnTo>
                    <a:pt x="945515" y="2339517"/>
                  </a:lnTo>
                  <a:lnTo>
                    <a:pt x="949617" y="2333129"/>
                  </a:lnTo>
                  <a:lnTo>
                    <a:pt x="951077" y="2324849"/>
                  </a:lnTo>
                  <a:lnTo>
                    <a:pt x="951077" y="2304618"/>
                  </a:lnTo>
                  <a:lnTo>
                    <a:pt x="951077" y="2122487"/>
                  </a:lnTo>
                  <a:lnTo>
                    <a:pt x="951077" y="2082025"/>
                  </a:lnTo>
                  <a:lnTo>
                    <a:pt x="951077" y="2001075"/>
                  </a:lnTo>
                  <a:lnTo>
                    <a:pt x="951077" y="1980844"/>
                  </a:lnTo>
                  <a:close/>
                </a:path>
                <a:path w="8184515" h="3078479">
                  <a:moveTo>
                    <a:pt x="1072489" y="1859432"/>
                  </a:moveTo>
                  <a:lnTo>
                    <a:pt x="1071041" y="1851139"/>
                  </a:lnTo>
                  <a:lnTo>
                    <a:pt x="1066927" y="1844763"/>
                  </a:lnTo>
                  <a:lnTo>
                    <a:pt x="1060538" y="1840649"/>
                  </a:lnTo>
                  <a:lnTo>
                    <a:pt x="1052258" y="1839188"/>
                  </a:lnTo>
                  <a:lnTo>
                    <a:pt x="141655" y="1839188"/>
                  </a:lnTo>
                  <a:lnTo>
                    <a:pt x="133362" y="1840649"/>
                  </a:lnTo>
                  <a:lnTo>
                    <a:pt x="126974" y="1844763"/>
                  </a:lnTo>
                  <a:lnTo>
                    <a:pt x="122872" y="1851139"/>
                  </a:lnTo>
                  <a:lnTo>
                    <a:pt x="121412" y="1859432"/>
                  </a:lnTo>
                  <a:lnTo>
                    <a:pt x="121412" y="2142731"/>
                  </a:lnTo>
                  <a:lnTo>
                    <a:pt x="161886" y="2142731"/>
                  </a:lnTo>
                  <a:lnTo>
                    <a:pt x="161886" y="1879663"/>
                  </a:lnTo>
                  <a:lnTo>
                    <a:pt x="1032014" y="1879663"/>
                  </a:lnTo>
                  <a:lnTo>
                    <a:pt x="1032014" y="2810510"/>
                  </a:lnTo>
                  <a:lnTo>
                    <a:pt x="1003693" y="2810510"/>
                  </a:lnTo>
                  <a:lnTo>
                    <a:pt x="1003693" y="2850972"/>
                  </a:lnTo>
                  <a:lnTo>
                    <a:pt x="870127" y="2984525"/>
                  </a:lnTo>
                  <a:lnTo>
                    <a:pt x="870127" y="2850972"/>
                  </a:lnTo>
                  <a:lnTo>
                    <a:pt x="1003693" y="2850972"/>
                  </a:lnTo>
                  <a:lnTo>
                    <a:pt x="1003693" y="2810510"/>
                  </a:lnTo>
                  <a:lnTo>
                    <a:pt x="849896" y="2810510"/>
                  </a:lnTo>
                  <a:lnTo>
                    <a:pt x="841616" y="2811957"/>
                  </a:lnTo>
                  <a:lnTo>
                    <a:pt x="835228" y="2816072"/>
                  </a:lnTo>
                  <a:lnTo>
                    <a:pt x="831113" y="2822460"/>
                  </a:lnTo>
                  <a:lnTo>
                    <a:pt x="829665" y="2830741"/>
                  </a:lnTo>
                  <a:lnTo>
                    <a:pt x="829665" y="3012859"/>
                  </a:lnTo>
                  <a:lnTo>
                    <a:pt x="161886" y="3012859"/>
                  </a:lnTo>
                  <a:lnTo>
                    <a:pt x="161886" y="2709329"/>
                  </a:lnTo>
                  <a:lnTo>
                    <a:pt x="121412" y="2709329"/>
                  </a:lnTo>
                  <a:lnTo>
                    <a:pt x="121412" y="3033103"/>
                  </a:lnTo>
                  <a:lnTo>
                    <a:pt x="122872" y="3041383"/>
                  </a:lnTo>
                  <a:lnTo>
                    <a:pt x="126974" y="3047771"/>
                  </a:lnTo>
                  <a:lnTo>
                    <a:pt x="128689" y="3048863"/>
                  </a:lnTo>
                  <a:lnTo>
                    <a:pt x="862457" y="3048863"/>
                  </a:lnTo>
                  <a:lnTo>
                    <a:pt x="898461" y="3012859"/>
                  </a:lnTo>
                  <a:lnTo>
                    <a:pt x="926795" y="2984525"/>
                  </a:lnTo>
                  <a:lnTo>
                    <a:pt x="1060348" y="2850972"/>
                  </a:lnTo>
                  <a:lnTo>
                    <a:pt x="1068438" y="2842882"/>
                  </a:lnTo>
                  <a:lnTo>
                    <a:pt x="1068438" y="2840863"/>
                  </a:lnTo>
                  <a:lnTo>
                    <a:pt x="1070470" y="2838831"/>
                  </a:lnTo>
                  <a:lnTo>
                    <a:pt x="1070470" y="2836811"/>
                  </a:lnTo>
                  <a:lnTo>
                    <a:pt x="1072489" y="2834792"/>
                  </a:lnTo>
                  <a:lnTo>
                    <a:pt x="1072489" y="1879663"/>
                  </a:lnTo>
                  <a:lnTo>
                    <a:pt x="1072489" y="1859432"/>
                  </a:lnTo>
                  <a:close/>
                </a:path>
                <a:path w="8184515" h="3078479">
                  <a:moveTo>
                    <a:pt x="4649241" y="1045210"/>
                  </a:moveTo>
                  <a:lnTo>
                    <a:pt x="4648644" y="1037590"/>
                  </a:lnTo>
                  <a:lnTo>
                    <a:pt x="4636592" y="986790"/>
                  </a:lnTo>
                  <a:lnTo>
                    <a:pt x="4617301" y="941070"/>
                  </a:lnTo>
                  <a:lnTo>
                    <a:pt x="4613961" y="935659"/>
                  </a:lnTo>
                  <a:lnTo>
                    <a:pt x="4613961" y="1088390"/>
                  </a:lnTo>
                  <a:lnTo>
                    <a:pt x="4613961" y="1097280"/>
                  </a:lnTo>
                  <a:lnTo>
                    <a:pt x="4070362" y="1097280"/>
                  </a:lnTo>
                  <a:lnTo>
                    <a:pt x="4070362" y="932180"/>
                  </a:lnTo>
                  <a:lnTo>
                    <a:pt x="4100690" y="929640"/>
                  </a:lnTo>
                  <a:lnTo>
                    <a:pt x="4128960" y="916940"/>
                  </a:lnTo>
                  <a:lnTo>
                    <a:pt x="4162196" y="896620"/>
                  </a:lnTo>
                  <a:lnTo>
                    <a:pt x="4191597" y="868680"/>
                  </a:lnTo>
                  <a:lnTo>
                    <a:pt x="4213517" y="829310"/>
                  </a:lnTo>
                  <a:lnTo>
                    <a:pt x="4220680" y="808990"/>
                  </a:lnTo>
                  <a:lnTo>
                    <a:pt x="4335869" y="808990"/>
                  </a:lnTo>
                  <a:lnTo>
                    <a:pt x="4391736" y="815340"/>
                  </a:lnTo>
                  <a:lnTo>
                    <a:pt x="4443844" y="829310"/>
                  </a:lnTo>
                  <a:lnTo>
                    <a:pt x="4491063" y="857250"/>
                  </a:lnTo>
                  <a:lnTo>
                    <a:pt x="4532261" y="890270"/>
                  </a:lnTo>
                  <a:lnTo>
                    <a:pt x="4566297" y="932180"/>
                  </a:lnTo>
                  <a:lnTo>
                    <a:pt x="4592015" y="980440"/>
                  </a:lnTo>
                  <a:lnTo>
                    <a:pt x="4608284" y="1031240"/>
                  </a:lnTo>
                  <a:lnTo>
                    <a:pt x="4613961" y="1088390"/>
                  </a:lnTo>
                  <a:lnTo>
                    <a:pt x="4613961" y="935659"/>
                  </a:lnTo>
                  <a:lnTo>
                    <a:pt x="4591469" y="899160"/>
                  </a:lnTo>
                  <a:lnTo>
                    <a:pt x="4559732" y="863600"/>
                  </a:lnTo>
                  <a:lnTo>
                    <a:pt x="4522775" y="833120"/>
                  </a:lnTo>
                  <a:lnTo>
                    <a:pt x="4485856" y="808990"/>
                  </a:lnTo>
                  <a:lnTo>
                    <a:pt x="4435805" y="787400"/>
                  </a:lnTo>
                  <a:lnTo>
                    <a:pt x="4387139" y="775970"/>
                  </a:lnTo>
                  <a:lnTo>
                    <a:pt x="4335907" y="769620"/>
                  </a:lnTo>
                  <a:lnTo>
                    <a:pt x="4226331" y="769620"/>
                  </a:lnTo>
                  <a:lnTo>
                    <a:pt x="4226420" y="745490"/>
                  </a:lnTo>
                  <a:lnTo>
                    <a:pt x="4226420" y="739140"/>
                  </a:lnTo>
                  <a:lnTo>
                    <a:pt x="4226420" y="712470"/>
                  </a:lnTo>
                  <a:lnTo>
                    <a:pt x="4231183" y="709930"/>
                  </a:lnTo>
                  <a:lnTo>
                    <a:pt x="4235780" y="706120"/>
                  </a:lnTo>
                  <a:lnTo>
                    <a:pt x="4240238" y="701040"/>
                  </a:lnTo>
                  <a:lnTo>
                    <a:pt x="4250131" y="690880"/>
                  </a:lnTo>
                  <a:lnTo>
                    <a:pt x="4259453" y="679450"/>
                  </a:lnTo>
                  <a:lnTo>
                    <a:pt x="4268203" y="668020"/>
                  </a:lnTo>
                  <a:lnTo>
                    <a:pt x="4276356" y="655320"/>
                  </a:lnTo>
                  <a:lnTo>
                    <a:pt x="4314939" y="648970"/>
                  </a:lnTo>
                  <a:lnTo>
                    <a:pt x="4364279" y="619760"/>
                  </a:lnTo>
                  <a:lnTo>
                    <a:pt x="4385018" y="580390"/>
                  </a:lnTo>
                  <a:lnTo>
                    <a:pt x="4397718" y="576580"/>
                  </a:lnTo>
                  <a:lnTo>
                    <a:pt x="4430128" y="556260"/>
                  </a:lnTo>
                  <a:lnTo>
                    <a:pt x="4440872" y="541020"/>
                  </a:lnTo>
                  <a:lnTo>
                    <a:pt x="4449000" y="529590"/>
                  </a:lnTo>
                  <a:lnTo>
                    <a:pt x="4454144" y="510540"/>
                  </a:lnTo>
                  <a:lnTo>
                    <a:pt x="4455947" y="492760"/>
                  </a:lnTo>
                  <a:lnTo>
                    <a:pt x="4455947" y="396240"/>
                  </a:lnTo>
                  <a:lnTo>
                    <a:pt x="4454144" y="378460"/>
                  </a:lnTo>
                  <a:lnTo>
                    <a:pt x="4449000" y="360680"/>
                  </a:lnTo>
                  <a:lnTo>
                    <a:pt x="4440872" y="345440"/>
                  </a:lnTo>
                  <a:lnTo>
                    <a:pt x="4430128" y="334010"/>
                  </a:lnTo>
                  <a:lnTo>
                    <a:pt x="4428896" y="334010"/>
                  </a:lnTo>
                  <a:lnTo>
                    <a:pt x="4420565" y="323850"/>
                  </a:lnTo>
                  <a:lnTo>
                    <a:pt x="4417060" y="321906"/>
                  </a:lnTo>
                  <a:lnTo>
                    <a:pt x="4417060" y="396240"/>
                  </a:lnTo>
                  <a:lnTo>
                    <a:pt x="4417060" y="492760"/>
                  </a:lnTo>
                  <a:lnTo>
                    <a:pt x="4402620" y="529590"/>
                  </a:lnTo>
                  <a:lnTo>
                    <a:pt x="4377804" y="541020"/>
                  </a:lnTo>
                  <a:lnTo>
                    <a:pt x="4358106" y="541020"/>
                  </a:lnTo>
                  <a:lnTo>
                    <a:pt x="4348912" y="538480"/>
                  </a:lnTo>
                  <a:lnTo>
                    <a:pt x="4344479" y="536460"/>
                  </a:lnTo>
                  <a:lnTo>
                    <a:pt x="4344479" y="576580"/>
                  </a:lnTo>
                  <a:lnTo>
                    <a:pt x="4337355" y="589280"/>
                  </a:lnTo>
                  <a:lnTo>
                    <a:pt x="4327245" y="598170"/>
                  </a:lnTo>
                  <a:lnTo>
                    <a:pt x="4314456" y="607060"/>
                  </a:lnTo>
                  <a:lnTo>
                    <a:pt x="4299305" y="610870"/>
                  </a:lnTo>
                  <a:lnTo>
                    <a:pt x="4303827" y="600710"/>
                  </a:lnTo>
                  <a:lnTo>
                    <a:pt x="4307789" y="586740"/>
                  </a:lnTo>
                  <a:lnTo>
                    <a:pt x="4311180" y="574040"/>
                  </a:lnTo>
                  <a:lnTo>
                    <a:pt x="4313961" y="562610"/>
                  </a:lnTo>
                  <a:lnTo>
                    <a:pt x="4320921" y="567690"/>
                  </a:lnTo>
                  <a:lnTo>
                    <a:pt x="4328363" y="571500"/>
                  </a:lnTo>
                  <a:lnTo>
                    <a:pt x="4336237" y="574040"/>
                  </a:lnTo>
                  <a:lnTo>
                    <a:pt x="4344479" y="576580"/>
                  </a:lnTo>
                  <a:lnTo>
                    <a:pt x="4344479" y="536460"/>
                  </a:lnTo>
                  <a:lnTo>
                    <a:pt x="4340580" y="534670"/>
                  </a:lnTo>
                  <a:lnTo>
                    <a:pt x="4333227" y="529590"/>
                  </a:lnTo>
                  <a:lnTo>
                    <a:pt x="4327245" y="519430"/>
                  </a:lnTo>
                  <a:lnTo>
                    <a:pt x="4322737" y="510540"/>
                  </a:lnTo>
                  <a:lnTo>
                    <a:pt x="4319867" y="501650"/>
                  </a:lnTo>
                  <a:lnTo>
                    <a:pt x="4318876" y="492760"/>
                  </a:lnTo>
                  <a:lnTo>
                    <a:pt x="4318876" y="396240"/>
                  </a:lnTo>
                  <a:lnTo>
                    <a:pt x="4319867" y="384810"/>
                  </a:lnTo>
                  <a:lnTo>
                    <a:pt x="4322737" y="375920"/>
                  </a:lnTo>
                  <a:lnTo>
                    <a:pt x="4327245" y="369570"/>
                  </a:lnTo>
                  <a:lnTo>
                    <a:pt x="4333316" y="360680"/>
                  </a:lnTo>
                  <a:lnTo>
                    <a:pt x="4340568" y="354330"/>
                  </a:lnTo>
                  <a:lnTo>
                    <a:pt x="4348886" y="351790"/>
                  </a:lnTo>
                  <a:lnTo>
                    <a:pt x="4358094" y="347980"/>
                  </a:lnTo>
                  <a:lnTo>
                    <a:pt x="4367987" y="345440"/>
                  </a:lnTo>
                  <a:lnTo>
                    <a:pt x="4377550" y="347980"/>
                  </a:lnTo>
                  <a:lnTo>
                    <a:pt x="4386504" y="351790"/>
                  </a:lnTo>
                  <a:lnTo>
                    <a:pt x="4394644" y="354330"/>
                  </a:lnTo>
                  <a:lnTo>
                    <a:pt x="4401782" y="360680"/>
                  </a:lnTo>
                  <a:lnTo>
                    <a:pt x="4402620" y="360680"/>
                  </a:lnTo>
                  <a:lnTo>
                    <a:pt x="4408640" y="369570"/>
                  </a:lnTo>
                  <a:lnTo>
                    <a:pt x="4413186" y="375920"/>
                  </a:lnTo>
                  <a:lnTo>
                    <a:pt x="4416056" y="387350"/>
                  </a:lnTo>
                  <a:lnTo>
                    <a:pt x="4417060" y="396240"/>
                  </a:lnTo>
                  <a:lnTo>
                    <a:pt x="4417060" y="321906"/>
                  </a:lnTo>
                  <a:lnTo>
                    <a:pt x="4411421" y="318770"/>
                  </a:lnTo>
                  <a:lnTo>
                    <a:pt x="4401540" y="314960"/>
                  </a:lnTo>
                  <a:lnTo>
                    <a:pt x="4391037" y="312420"/>
                  </a:lnTo>
                  <a:lnTo>
                    <a:pt x="4391063" y="308610"/>
                  </a:lnTo>
                  <a:lnTo>
                    <a:pt x="4386719" y="257810"/>
                  </a:lnTo>
                  <a:lnTo>
                    <a:pt x="4374045" y="209550"/>
                  </a:lnTo>
                  <a:lnTo>
                    <a:pt x="4353776" y="167640"/>
                  </a:lnTo>
                  <a:lnTo>
                    <a:pt x="4352188" y="165201"/>
                  </a:lnTo>
                  <a:lnTo>
                    <a:pt x="4352188" y="309880"/>
                  </a:lnTo>
                  <a:lnTo>
                    <a:pt x="4342892" y="312420"/>
                  </a:lnTo>
                  <a:lnTo>
                    <a:pt x="4334002" y="314960"/>
                  </a:lnTo>
                  <a:lnTo>
                    <a:pt x="4325569" y="318770"/>
                  </a:lnTo>
                  <a:lnTo>
                    <a:pt x="4317670" y="323850"/>
                  </a:lnTo>
                  <a:lnTo>
                    <a:pt x="4317136" y="321310"/>
                  </a:lnTo>
                  <a:lnTo>
                    <a:pt x="4309059" y="275590"/>
                  </a:lnTo>
                  <a:lnTo>
                    <a:pt x="4292765" y="233680"/>
                  </a:lnTo>
                  <a:lnTo>
                    <a:pt x="4280078" y="212852"/>
                  </a:lnTo>
                  <a:lnTo>
                    <a:pt x="4280078" y="360680"/>
                  </a:lnTo>
                  <a:lnTo>
                    <a:pt x="4280078" y="510540"/>
                  </a:lnTo>
                  <a:lnTo>
                    <a:pt x="4278287" y="541020"/>
                  </a:lnTo>
                  <a:lnTo>
                    <a:pt x="4273029" y="567690"/>
                  </a:lnTo>
                  <a:lnTo>
                    <a:pt x="4264558" y="595630"/>
                  </a:lnTo>
                  <a:lnTo>
                    <a:pt x="4253090" y="619760"/>
                  </a:lnTo>
                  <a:lnTo>
                    <a:pt x="4149293" y="619760"/>
                  </a:lnTo>
                  <a:lnTo>
                    <a:pt x="4147489" y="613410"/>
                  </a:lnTo>
                  <a:lnTo>
                    <a:pt x="4146588" y="610870"/>
                  </a:lnTo>
                  <a:lnTo>
                    <a:pt x="4113834" y="576580"/>
                  </a:lnTo>
                  <a:lnTo>
                    <a:pt x="4113250" y="576465"/>
                  </a:lnTo>
                  <a:lnTo>
                    <a:pt x="4113250" y="631190"/>
                  </a:lnTo>
                  <a:lnTo>
                    <a:pt x="4113250" y="643890"/>
                  </a:lnTo>
                  <a:lnTo>
                    <a:pt x="4110507" y="648970"/>
                  </a:lnTo>
                  <a:lnTo>
                    <a:pt x="4106087" y="655320"/>
                  </a:lnTo>
                  <a:lnTo>
                    <a:pt x="4101808" y="657860"/>
                  </a:lnTo>
                  <a:lnTo>
                    <a:pt x="4095851" y="661670"/>
                  </a:lnTo>
                  <a:lnTo>
                    <a:pt x="4082732" y="661670"/>
                  </a:lnTo>
                  <a:lnTo>
                    <a:pt x="4076776" y="657860"/>
                  </a:lnTo>
                  <a:lnTo>
                    <a:pt x="4072496" y="655320"/>
                  </a:lnTo>
                  <a:lnTo>
                    <a:pt x="4068076" y="648970"/>
                  </a:lnTo>
                  <a:lnTo>
                    <a:pt x="4065333" y="643890"/>
                  </a:lnTo>
                  <a:lnTo>
                    <a:pt x="4065333" y="631190"/>
                  </a:lnTo>
                  <a:lnTo>
                    <a:pt x="4068076" y="622300"/>
                  </a:lnTo>
                  <a:lnTo>
                    <a:pt x="4072496" y="619760"/>
                  </a:lnTo>
                  <a:lnTo>
                    <a:pt x="4076776" y="613410"/>
                  </a:lnTo>
                  <a:lnTo>
                    <a:pt x="4101808" y="613410"/>
                  </a:lnTo>
                  <a:lnTo>
                    <a:pt x="4106087" y="619760"/>
                  </a:lnTo>
                  <a:lnTo>
                    <a:pt x="4110507" y="622300"/>
                  </a:lnTo>
                  <a:lnTo>
                    <a:pt x="4113250" y="631190"/>
                  </a:lnTo>
                  <a:lnTo>
                    <a:pt x="4113250" y="576465"/>
                  </a:lnTo>
                  <a:lnTo>
                    <a:pt x="4102011" y="574040"/>
                  </a:lnTo>
                  <a:lnTo>
                    <a:pt x="4076687" y="574040"/>
                  </a:lnTo>
                  <a:lnTo>
                    <a:pt x="4037241" y="600710"/>
                  </a:lnTo>
                  <a:lnTo>
                    <a:pt x="4026611" y="637540"/>
                  </a:lnTo>
                  <a:lnTo>
                    <a:pt x="4027881" y="648970"/>
                  </a:lnTo>
                  <a:lnTo>
                    <a:pt x="4054170" y="688340"/>
                  </a:lnTo>
                  <a:lnTo>
                    <a:pt x="4076687" y="701040"/>
                  </a:lnTo>
                  <a:lnTo>
                    <a:pt x="4102011" y="701040"/>
                  </a:lnTo>
                  <a:lnTo>
                    <a:pt x="4138638" y="676910"/>
                  </a:lnTo>
                  <a:lnTo>
                    <a:pt x="4148912" y="655320"/>
                  </a:lnTo>
                  <a:lnTo>
                    <a:pt x="4172737" y="657860"/>
                  </a:lnTo>
                  <a:lnTo>
                    <a:pt x="4226090" y="657860"/>
                  </a:lnTo>
                  <a:lnTo>
                    <a:pt x="4221848" y="664210"/>
                  </a:lnTo>
                  <a:lnTo>
                    <a:pt x="4217428" y="668020"/>
                  </a:lnTo>
                  <a:lnTo>
                    <a:pt x="4212793" y="673100"/>
                  </a:lnTo>
                  <a:lnTo>
                    <a:pt x="4187545" y="693889"/>
                  </a:lnTo>
                  <a:lnTo>
                    <a:pt x="4187545" y="745490"/>
                  </a:lnTo>
                  <a:lnTo>
                    <a:pt x="4187545" y="767080"/>
                  </a:lnTo>
                  <a:lnTo>
                    <a:pt x="4177398" y="815340"/>
                  </a:lnTo>
                  <a:lnTo>
                    <a:pt x="4149775" y="857250"/>
                  </a:lnTo>
                  <a:lnTo>
                    <a:pt x="4108920" y="883920"/>
                  </a:lnTo>
                  <a:lnTo>
                    <a:pt x="4059047" y="896620"/>
                  </a:lnTo>
                  <a:lnTo>
                    <a:pt x="4050957" y="896620"/>
                  </a:lnTo>
                  <a:lnTo>
                    <a:pt x="4031538" y="893762"/>
                  </a:lnTo>
                  <a:lnTo>
                    <a:pt x="4031538" y="932180"/>
                  </a:lnTo>
                  <a:lnTo>
                    <a:pt x="4031538" y="1097280"/>
                  </a:lnTo>
                  <a:lnTo>
                    <a:pt x="3487915" y="1097280"/>
                  </a:lnTo>
                  <a:lnTo>
                    <a:pt x="3487915" y="1088390"/>
                  </a:lnTo>
                  <a:lnTo>
                    <a:pt x="3493592" y="1031240"/>
                  </a:lnTo>
                  <a:lnTo>
                    <a:pt x="3509861" y="980440"/>
                  </a:lnTo>
                  <a:lnTo>
                    <a:pt x="3535578" y="932180"/>
                  </a:lnTo>
                  <a:lnTo>
                    <a:pt x="3569614" y="890270"/>
                  </a:lnTo>
                  <a:lnTo>
                    <a:pt x="3610813" y="857250"/>
                  </a:lnTo>
                  <a:lnTo>
                    <a:pt x="3658057" y="829310"/>
                  </a:lnTo>
                  <a:lnTo>
                    <a:pt x="3710178" y="815340"/>
                  </a:lnTo>
                  <a:lnTo>
                    <a:pt x="3766032" y="808990"/>
                  </a:lnTo>
                  <a:lnTo>
                    <a:pt x="3889349" y="808990"/>
                  </a:lnTo>
                  <a:lnTo>
                    <a:pt x="3896525" y="829310"/>
                  </a:lnTo>
                  <a:lnTo>
                    <a:pt x="3906278" y="850900"/>
                  </a:lnTo>
                  <a:lnTo>
                    <a:pt x="3932783" y="883920"/>
                  </a:lnTo>
                  <a:lnTo>
                    <a:pt x="3977538" y="916940"/>
                  </a:lnTo>
                  <a:lnTo>
                    <a:pt x="4031538" y="932180"/>
                  </a:lnTo>
                  <a:lnTo>
                    <a:pt x="4031538" y="893762"/>
                  </a:lnTo>
                  <a:lnTo>
                    <a:pt x="4025150" y="892810"/>
                  </a:lnTo>
                  <a:lnTo>
                    <a:pt x="4001071" y="883920"/>
                  </a:lnTo>
                  <a:lnTo>
                    <a:pt x="3960228" y="857250"/>
                  </a:lnTo>
                  <a:lnTo>
                    <a:pt x="3932605" y="815340"/>
                  </a:lnTo>
                  <a:lnTo>
                    <a:pt x="3930726" y="808990"/>
                  </a:lnTo>
                  <a:lnTo>
                    <a:pt x="3925087" y="791210"/>
                  </a:lnTo>
                  <a:lnTo>
                    <a:pt x="3922458" y="767080"/>
                  </a:lnTo>
                  <a:lnTo>
                    <a:pt x="3922458" y="745490"/>
                  </a:lnTo>
                  <a:lnTo>
                    <a:pt x="3928567" y="749300"/>
                  </a:lnTo>
                  <a:lnTo>
                    <a:pt x="3941203" y="754380"/>
                  </a:lnTo>
                  <a:lnTo>
                    <a:pt x="3959263" y="763270"/>
                  </a:lnTo>
                  <a:lnTo>
                    <a:pt x="3965435" y="767080"/>
                  </a:lnTo>
                  <a:lnTo>
                    <a:pt x="3984244" y="769620"/>
                  </a:lnTo>
                  <a:lnTo>
                    <a:pt x="4003611" y="775970"/>
                  </a:lnTo>
                  <a:lnTo>
                    <a:pt x="4023487" y="778510"/>
                  </a:lnTo>
                  <a:lnTo>
                    <a:pt x="4083050" y="778510"/>
                  </a:lnTo>
                  <a:lnTo>
                    <a:pt x="4124655" y="772160"/>
                  </a:lnTo>
                  <a:lnTo>
                    <a:pt x="4144568" y="767080"/>
                  </a:lnTo>
                  <a:lnTo>
                    <a:pt x="4155681" y="760730"/>
                  </a:lnTo>
                  <a:lnTo>
                    <a:pt x="4166552" y="758190"/>
                  </a:lnTo>
                  <a:lnTo>
                    <a:pt x="4177182" y="751840"/>
                  </a:lnTo>
                  <a:lnTo>
                    <a:pt x="4187545" y="745490"/>
                  </a:lnTo>
                  <a:lnTo>
                    <a:pt x="4187545" y="693889"/>
                  </a:lnTo>
                  <a:lnTo>
                    <a:pt x="4178846" y="701040"/>
                  </a:lnTo>
                  <a:lnTo>
                    <a:pt x="4139933" y="721360"/>
                  </a:lnTo>
                  <a:lnTo>
                    <a:pt x="4096994" y="736600"/>
                  </a:lnTo>
                  <a:lnTo>
                    <a:pt x="4050982" y="739140"/>
                  </a:lnTo>
                  <a:lnTo>
                    <a:pt x="4022737" y="739140"/>
                  </a:lnTo>
                  <a:lnTo>
                    <a:pt x="3995483" y="734060"/>
                  </a:lnTo>
                  <a:lnTo>
                    <a:pt x="3969461" y="725170"/>
                  </a:lnTo>
                  <a:lnTo>
                    <a:pt x="3944848" y="715010"/>
                  </a:lnTo>
                  <a:lnTo>
                    <a:pt x="3937038" y="709930"/>
                  </a:lnTo>
                  <a:lnTo>
                    <a:pt x="3929443" y="706120"/>
                  </a:lnTo>
                  <a:lnTo>
                    <a:pt x="3922064" y="701040"/>
                  </a:lnTo>
                  <a:lnTo>
                    <a:pt x="3914902" y="694690"/>
                  </a:lnTo>
                  <a:lnTo>
                    <a:pt x="3913644" y="694690"/>
                  </a:lnTo>
                  <a:lnTo>
                    <a:pt x="3912285" y="690880"/>
                  </a:lnTo>
                  <a:lnTo>
                    <a:pt x="3910901" y="690880"/>
                  </a:lnTo>
                  <a:lnTo>
                    <a:pt x="3905250" y="688340"/>
                  </a:lnTo>
                  <a:lnTo>
                    <a:pt x="3899738" y="681990"/>
                  </a:lnTo>
                  <a:lnTo>
                    <a:pt x="3894378" y="679450"/>
                  </a:lnTo>
                  <a:lnTo>
                    <a:pt x="3889171" y="673100"/>
                  </a:lnTo>
                  <a:lnTo>
                    <a:pt x="3861117" y="640080"/>
                  </a:lnTo>
                  <a:lnTo>
                    <a:pt x="3839921" y="600710"/>
                  </a:lnTo>
                  <a:lnTo>
                    <a:pt x="3828288" y="562610"/>
                  </a:lnTo>
                  <a:lnTo>
                    <a:pt x="3824948" y="541020"/>
                  </a:lnTo>
                  <a:lnTo>
                    <a:pt x="3821823" y="510540"/>
                  </a:lnTo>
                  <a:lnTo>
                    <a:pt x="3821823" y="356870"/>
                  </a:lnTo>
                  <a:lnTo>
                    <a:pt x="3850182" y="351790"/>
                  </a:lnTo>
                  <a:lnTo>
                    <a:pt x="3876865" y="345440"/>
                  </a:lnTo>
                  <a:lnTo>
                    <a:pt x="3901884" y="336550"/>
                  </a:lnTo>
                  <a:lnTo>
                    <a:pt x="3925227" y="327660"/>
                  </a:lnTo>
                  <a:lnTo>
                    <a:pt x="3932301" y="323850"/>
                  </a:lnTo>
                  <a:lnTo>
                    <a:pt x="3946461" y="318770"/>
                  </a:lnTo>
                  <a:lnTo>
                    <a:pt x="3966108" y="306070"/>
                  </a:lnTo>
                  <a:lnTo>
                    <a:pt x="3984167" y="294640"/>
                  </a:lnTo>
                  <a:lnTo>
                    <a:pt x="4000639" y="281940"/>
                  </a:lnTo>
                  <a:lnTo>
                    <a:pt x="4066883" y="314960"/>
                  </a:lnTo>
                  <a:lnTo>
                    <a:pt x="4136415" y="342900"/>
                  </a:lnTo>
                  <a:lnTo>
                    <a:pt x="4206811" y="354330"/>
                  </a:lnTo>
                  <a:lnTo>
                    <a:pt x="4280078" y="360680"/>
                  </a:lnTo>
                  <a:lnTo>
                    <a:pt x="4280078" y="212852"/>
                  </a:lnTo>
                  <a:lnTo>
                    <a:pt x="4278312" y="209956"/>
                  </a:lnTo>
                  <a:lnTo>
                    <a:pt x="4278312" y="321310"/>
                  </a:lnTo>
                  <a:lnTo>
                    <a:pt x="4244340" y="321310"/>
                  </a:lnTo>
                  <a:lnTo>
                    <a:pt x="4211066" y="318770"/>
                  </a:lnTo>
                  <a:lnTo>
                    <a:pt x="4178477" y="312420"/>
                  </a:lnTo>
                  <a:lnTo>
                    <a:pt x="4146588" y="303530"/>
                  </a:lnTo>
                  <a:lnTo>
                    <a:pt x="4084739" y="281940"/>
                  </a:lnTo>
                  <a:lnTo>
                    <a:pt x="4076027" y="279400"/>
                  </a:lnTo>
                  <a:lnTo>
                    <a:pt x="4041991" y="261620"/>
                  </a:lnTo>
                  <a:lnTo>
                    <a:pt x="4008793" y="242570"/>
                  </a:lnTo>
                  <a:lnTo>
                    <a:pt x="4002773" y="240030"/>
                  </a:lnTo>
                  <a:lnTo>
                    <a:pt x="3990111" y="240030"/>
                  </a:lnTo>
                  <a:lnTo>
                    <a:pt x="3984625" y="242570"/>
                  </a:lnTo>
                  <a:lnTo>
                    <a:pt x="3969093" y="257810"/>
                  </a:lnTo>
                  <a:lnTo>
                    <a:pt x="3951490" y="270510"/>
                  </a:lnTo>
                  <a:lnTo>
                    <a:pt x="3910114" y="294640"/>
                  </a:lnTo>
                  <a:lnTo>
                    <a:pt x="3890683" y="299720"/>
                  </a:lnTo>
                  <a:lnTo>
                    <a:pt x="3869855" y="306070"/>
                  </a:lnTo>
                  <a:lnTo>
                    <a:pt x="3847630" y="312420"/>
                  </a:lnTo>
                  <a:lnTo>
                    <a:pt x="3824046" y="318770"/>
                  </a:lnTo>
                  <a:lnTo>
                    <a:pt x="3832314" y="281940"/>
                  </a:lnTo>
                  <a:lnTo>
                    <a:pt x="3846271" y="246380"/>
                  </a:lnTo>
                  <a:lnTo>
                    <a:pt x="3889171" y="189230"/>
                  </a:lnTo>
                  <a:lnTo>
                    <a:pt x="3923119" y="158750"/>
                  </a:lnTo>
                  <a:lnTo>
                    <a:pt x="3962031" y="137160"/>
                  </a:lnTo>
                  <a:lnTo>
                    <a:pt x="4004970" y="125730"/>
                  </a:lnTo>
                  <a:lnTo>
                    <a:pt x="4050982" y="119380"/>
                  </a:lnTo>
                  <a:lnTo>
                    <a:pt x="4096994" y="125730"/>
                  </a:lnTo>
                  <a:lnTo>
                    <a:pt x="4139933" y="137160"/>
                  </a:lnTo>
                  <a:lnTo>
                    <a:pt x="4178846" y="158750"/>
                  </a:lnTo>
                  <a:lnTo>
                    <a:pt x="4212793" y="189230"/>
                  </a:lnTo>
                  <a:lnTo>
                    <a:pt x="4256379" y="248920"/>
                  </a:lnTo>
                  <a:lnTo>
                    <a:pt x="4278312" y="321310"/>
                  </a:lnTo>
                  <a:lnTo>
                    <a:pt x="4278312" y="209956"/>
                  </a:lnTo>
                  <a:lnTo>
                    <a:pt x="4240174" y="158750"/>
                  </a:lnTo>
                  <a:lnTo>
                    <a:pt x="4200499" y="125730"/>
                  </a:lnTo>
                  <a:lnTo>
                    <a:pt x="4154982" y="101600"/>
                  </a:lnTo>
                  <a:lnTo>
                    <a:pt x="4104754" y="86360"/>
                  </a:lnTo>
                  <a:lnTo>
                    <a:pt x="4050919" y="80010"/>
                  </a:lnTo>
                  <a:lnTo>
                    <a:pt x="3997083" y="86360"/>
                  </a:lnTo>
                  <a:lnTo>
                    <a:pt x="3946868" y="101600"/>
                  </a:lnTo>
                  <a:lnTo>
                    <a:pt x="3901351" y="125730"/>
                  </a:lnTo>
                  <a:lnTo>
                    <a:pt x="3861663" y="158750"/>
                  </a:lnTo>
                  <a:lnTo>
                    <a:pt x="3832288" y="195580"/>
                  </a:lnTo>
                  <a:lnTo>
                    <a:pt x="3809073" y="233680"/>
                  </a:lnTo>
                  <a:lnTo>
                    <a:pt x="3792791" y="275590"/>
                  </a:lnTo>
                  <a:lnTo>
                    <a:pt x="3784181" y="323850"/>
                  </a:lnTo>
                  <a:lnTo>
                    <a:pt x="3783063" y="323138"/>
                  </a:lnTo>
                  <a:lnTo>
                    <a:pt x="3783063" y="396240"/>
                  </a:lnTo>
                  <a:lnTo>
                    <a:pt x="3783063" y="492760"/>
                  </a:lnTo>
                  <a:lnTo>
                    <a:pt x="3782060" y="501650"/>
                  </a:lnTo>
                  <a:lnTo>
                    <a:pt x="3761321" y="534670"/>
                  </a:lnTo>
                  <a:lnTo>
                    <a:pt x="3743769" y="541020"/>
                  </a:lnTo>
                  <a:lnTo>
                    <a:pt x="3724071" y="541020"/>
                  </a:lnTo>
                  <a:lnTo>
                    <a:pt x="3714877" y="538480"/>
                  </a:lnTo>
                  <a:lnTo>
                    <a:pt x="3706545" y="534670"/>
                  </a:lnTo>
                  <a:lnTo>
                    <a:pt x="3699281" y="529590"/>
                  </a:lnTo>
                  <a:lnTo>
                    <a:pt x="3698379" y="525780"/>
                  </a:lnTo>
                  <a:lnTo>
                    <a:pt x="3692741" y="519430"/>
                  </a:lnTo>
                  <a:lnTo>
                    <a:pt x="3688486" y="510540"/>
                  </a:lnTo>
                  <a:lnTo>
                    <a:pt x="3685806" y="501650"/>
                  </a:lnTo>
                  <a:lnTo>
                    <a:pt x="3684867" y="492760"/>
                  </a:lnTo>
                  <a:lnTo>
                    <a:pt x="3684867" y="396240"/>
                  </a:lnTo>
                  <a:lnTo>
                    <a:pt x="3685870" y="384810"/>
                  </a:lnTo>
                  <a:lnTo>
                    <a:pt x="3688727" y="375920"/>
                  </a:lnTo>
                  <a:lnTo>
                    <a:pt x="3693249" y="369570"/>
                  </a:lnTo>
                  <a:lnTo>
                    <a:pt x="3699319" y="360680"/>
                  </a:lnTo>
                  <a:lnTo>
                    <a:pt x="3706558" y="354330"/>
                  </a:lnTo>
                  <a:lnTo>
                    <a:pt x="3714889" y="351790"/>
                  </a:lnTo>
                  <a:lnTo>
                    <a:pt x="3724097" y="347980"/>
                  </a:lnTo>
                  <a:lnTo>
                    <a:pt x="3733977" y="345440"/>
                  </a:lnTo>
                  <a:lnTo>
                    <a:pt x="3743858" y="347980"/>
                  </a:lnTo>
                  <a:lnTo>
                    <a:pt x="3753066" y="351790"/>
                  </a:lnTo>
                  <a:lnTo>
                    <a:pt x="3761384" y="354330"/>
                  </a:lnTo>
                  <a:lnTo>
                    <a:pt x="3768623" y="360680"/>
                  </a:lnTo>
                  <a:lnTo>
                    <a:pt x="3774630" y="369570"/>
                  </a:lnTo>
                  <a:lnTo>
                    <a:pt x="3779189" y="375920"/>
                  </a:lnTo>
                  <a:lnTo>
                    <a:pt x="3782060" y="387350"/>
                  </a:lnTo>
                  <a:lnTo>
                    <a:pt x="3783063" y="396240"/>
                  </a:lnTo>
                  <a:lnTo>
                    <a:pt x="3783063" y="323138"/>
                  </a:lnTo>
                  <a:lnTo>
                    <a:pt x="3776268" y="318770"/>
                  </a:lnTo>
                  <a:lnTo>
                    <a:pt x="3767848" y="314960"/>
                  </a:lnTo>
                  <a:lnTo>
                    <a:pt x="3758958" y="312420"/>
                  </a:lnTo>
                  <a:lnTo>
                    <a:pt x="3749662" y="309880"/>
                  </a:lnTo>
                  <a:lnTo>
                    <a:pt x="3755720" y="255270"/>
                  </a:lnTo>
                  <a:lnTo>
                    <a:pt x="3772776" y="204470"/>
                  </a:lnTo>
                  <a:lnTo>
                    <a:pt x="3799675" y="158750"/>
                  </a:lnTo>
                  <a:lnTo>
                    <a:pt x="3835222" y="116840"/>
                  </a:lnTo>
                  <a:lnTo>
                    <a:pt x="3869398" y="90170"/>
                  </a:lnTo>
                  <a:lnTo>
                    <a:pt x="3907802" y="68580"/>
                  </a:lnTo>
                  <a:lnTo>
                    <a:pt x="3949852" y="50800"/>
                  </a:lnTo>
                  <a:lnTo>
                    <a:pt x="3994912" y="41910"/>
                  </a:lnTo>
                  <a:lnTo>
                    <a:pt x="4042372" y="35560"/>
                  </a:lnTo>
                  <a:lnTo>
                    <a:pt x="4059504" y="35560"/>
                  </a:lnTo>
                  <a:lnTo>
                    <a:pt x="4106951" y="41910"/>
                  </a:lnTo>
                  <a:lnTo>
                    <a:pt x="4152011" y="50800"/>
                  </a:lnTo>
                  <a:lnTo>
                    <a:pt x="4194060" y="68580"/>
                  </a:lnTo>
                  <a:lnTo>
                    <a:pt x="4232478" y="90170"/>
                  </a:lnTo>
                  <a:lnTo>
                    <a:pt x="4266666" y="116840"/>
                  </a:lnTo>
                  <a:lnTo>
                    <a:pt x="4302201" y="158750"/>
                  </a:lnTo>
                  <a:lnTo>
                    <a:pt x="4329100" y="204470"/>
                  </a:lnTo>
                  <a:lnTo>
                    <a:pt x="4346156" y="255270"/>
                  </a:lnTo>
                  <a:lnTo>
                    <a:pt x="4352188" y="309880"/>
                  </a:lnTo>
                  <a:lnTo>
                    <a:pt x="4352188" y="165201"/>
                  </a:lnTo>
                  <a:lnTo>
                    <a:pt x="4326623" y="125730"/>
                  </a:lnTo>
                  <a:lnTo>
                    <a:pt x="4293260" y="90170"/>
                  </a:lnTo>
                  <a:lnTo>
                    <a:pt x="4254601" y="59690"/>
                  </a:lnTo>
                  <a:lnTo>
                    <a:pt x="4216031" y="35560"/>
                  </a:lnTo>
                  <a:lnTo>
                    <a:pt x="4163771" y="13970"/>
                  </a:lnTo>
                  <a:lnTo>
                    <a:pt x="4112984" y="2540"/>
                  </a:lnTo>
                  <a:lnTo>
                    <a:pt x="4059529" y="0"/>
                  </a:lnTo>
                  <a:lnTo>
                    <a:pt x="4042410" y="0"/>
                  </a:lnTo>
                  <a:lnTo>
                    <a:pt x="3988955" y="2540"/>
                  </a:lnTo>
                  <a:lnTo>
                    <a:pt x="3938168" y="13970"/>
                  </a:lnTo>
                  <a:lnTo>
                    <a:pt x="3890734" y="33020"/>
                  </a:lnTo>
                  <a:lnTo>
                    <a:pt x="3847350" y="59690"/>
                  </a:lnTo>
                  <a:lnTo>
                    <a:pt x="3808704" y="90170"/>
                  </a:lnTo>
                  <a:lnTo>
                    <a:pt x="3775354" y="125730"/>
                  </a:lnTo>
                  <a:lnTo>
                    <a:pt x="3748189" y="167640"/>
                  </a:lnTo>
                  <a:lnTo>
                    <a:pt x="3727920" y="209550"/>
                  </a:lnTo>
                  <a:lnTo>
                    <a:pt x="3715258" y="257810"/>
                  </a:lnTo>
                  <a:lnTo>
                    <a:pt x="3710902" y="308610"/>
                  </a:lnTo>
                  <a:lnTo>
                    <a:pt x="3710927" y="312420"/>
                  </a:lnTo>
                  <a:lnTo>
                    <a:pt x="3700056" y="314960"/>
                  </a:lnTo>
                  <a:lnTo>
                    <a:pt x="3661092" y="347980"/>
                  </a:lnTo>
                  <a:lnTo>
                    <a:pt x="3646017" y="396240"/>
                  </a:lnTo>
                  <a:lnTo>
                    <a:pt x="3646017" y="492760"/>
                  </a:lnTo>
                  <a:lnTo>
                    <a:pt x="3647732" y="510540"/>
                  </a:lnTo>
                  <a:lnTo>
                    <a:pt x="3652634" y="525780"/>
                  </a:lnTo>
                  <a:lnTo>
                    <a:pt x="3660406" y="541020"/>
                  </a:lnTo>
                  <a:lnTo>
                    <a:pt x="3670693" y="552450"/>
                  </a:lnTo>
                  <a:lnTo>
                    <a:pt x="3671836" y="556260"/>
                  </a:lnTo>
                  <a:lnTo>
                    <a:pt x="3684854" y="565150"/>
                  </a:lnTo>
                  <a:lnTo>
                    <a:pt x="3699776" y="574040"/>
                  </a:lnTo>
                  <a:lnTo>
                    <a:pt x="3716248" y="580390"/>
                  </a:lnTo>
                  <a:lnTo>
                    <a:pt x="3748849" y="580390"/>
                  </a:lnTo>
                  <a:lnTo>
                    <a:pt x="3762959" y="576580"/>
                  </a:lnTo>
                  <a:lnTo>
                    <a:pt x="3776065" y="571500"/>
                  </a:lnTo>
                  <a:lnTo>
                    <a:pt x="3787940" y="562610"/>
                  </a:lnTo>
                  <a:lnTo>
                    <a:pt x="3798646" y="600710"/>
                  </a:lnTo>
                  <a:lnTo>
                    <a:pt x="3814838" y="637540"/>
                  </a:lnTo>
                  <a:lnTo>
                    <a:pt x="3836009" y="670560"/>
                  </a:lnTo>
                  <a:lnTo>
                    <a:pt x="3861701" y="701040"/>
                  </a:lnTo>
                  <a:lnTo>
                    <a:pt x="3872395" y="709930"/>
                  </a:lnTo>
                  <a:lnTo>
                    <a:pt x="3877945" y="715010"/>
                  </a:lnTo>
                  <a:lnTo>
                    <a:pt x="3883634" y="721360"/>
                  </a:lnTo>
                  <a:lnTo>
                    <a:pt x="3883761" y="769620"/>
                  </a:lnTo>
                  <a:lnTo>
                    <a:pt x="3766032" y="769620"/>
                  </a:lnTo>
                  <a:lnTo>
                    <a:pt x="3714788" y="775970"/>
                  </a:lnTo>
                  <a:lnTo>
                    <a:pt x="3666121" y="787400"/>
                  </a:lnTo>
                  <a:lnTo>
                    <a:pt x="3620681" y="806450"/>
                  </a:lnTo>
                  <a:lnTo>
                    <a:pt x="3579152" y="833120"/>
                  </a:lnTo>
                  <a:lnTo>
                    <a:pt x="3542195" y="863600"/>
                  </a:lnTo>
                  <a:lnTo>
                    <a:pt x="3510457" y="899160"/>
                  </a:lnTo>
                  <a:lnTo>
                    <a:pt x="3484613" y="941070"/>
                  </a:lnTo>
                  <a:lnTo>
                    <a:pt x="3465322" y="986790"/>
                  </a:lnTo>
                  <a:lnTo>
                    <a:pt x="3453257" y="1037590"/>
                  </a:lnTo>
                  <a:lnTo>
                    <a:pt x="3449091" y="1088390"/>
                  </a:lnTo>
                  <a:lnTo>
                    <a:pt x="3449091" y="1118870"/>
                  </a:lnTo>
                  <a:lnTo>
                    <a:pt x="3450615" y="1125220"/>
                  </a:lnTo>
                  <a:lnTo>
                    <a:pt x="3454781" y="1130300"/>
                  </a:lnTo>
                  <a:lnTo>
                    <a:pt x="3460953" y="1136650"/>
                  </a:lnTo>
                  <a:lnTo>
                    <a:pt x="4640961" y="1136650"/>
                  </a:lnTo>
                  <a:lnTo>
                    <a:pt x="4647133" y="1130300"/>
                  </a:lnTo>
                  <a:lnTo>
                    <a:pt x="4649241" y="1127760"/>
                  </a:lnTo>
                  <a:lnTo>
                    <a:pt x="4649241" y="1097280"/>
                  </a:lnTo>
                  <a:lnTo>
                    <a:pt x="4649241" y="1045210"/>
                  </a:lnTo>
                  <a:close/>
                </a:path>
                <a:path w="8184515" h="3078479">
                  <a:moveTo>
                    <a:pt x="7299909" y="2366022"/>
                  </a:moveTo>
                  <a:lnTo>
                    <a:pt x="7297979" y="2356459"/>
                  </a:lnTo>
                  <a:lnTo>
                    <a:pt x="7292721" y="2348649"/>
                  </a:lnTo>
                  <a:lnTo>
                    <a:pt x="7284910" y="2343391"/>
                  </a:lnTo>
                  <a:lnTo>
                    <a:pt x="7275347" y="2341461"/>
                  </a:lnTo>
                  <a:lnTo>
                    <a:pt x="7152564" y="2341461"/>
                  </a:lnTo>
                  <a:lnTo>
                    <a:pt x="7143013" y="2343391"/>
                  </a:lnTo>
                  <a:lnTo>
                    <a:pt x="7135203" y="2348649"/>
                  </a:lnTo>
                  <a:lnTo>
                    <a:pt x="7129945" y="2356459"/>
                  </a:lnTo>
                  <a:lnTo>
                    <a:pt x="7128015" y="2366022"/>
                  </a:lnTo>
                  <a:lnTo>
                    <a:pt x="7129945" y="2375573"/>
                  </a:lnTo>
                  <a:lnTo>
                    <a:pt x="7135203" y="2383383"/>
                  </a:lnTo>
                  <a:lnTo>
                    <a:pt x="7143013" y="2388641"/>
                  </a:lnTo>
                  <a:lnTo>
                    <a:pt x="7152564" y="2390571"/>
                  </a:lnTo>
                  <a:lnTo>
                    <a:pt x="7275347" y="2390571"/>
                  </a:lnTo>
                  <a:lnTo>
                    <a:pt x="7284910" y="2388641"/>
                  </a:lnTo>
                  <a:lnTo>
                    <a:pt x="7292721" y="2383383"/>
                  </a:lnTo>
                  <a:lnTo>
                    <a:pt x="7297979" y="2375573"/>
                  </a:lnTo>
                  <a:lnTo>
                    <a:pt x="7299909" y="2366022"/>
                  </a:lnTo>
                  <a:close/>
                </a:path>
                <a:path w="8184515" h="3078479">
                  <a:moveTo>
                    <a:pt x="7324471" y="2660700"/>
                  </a:moveTo>
                  <a:lnTo>
                    <a:pt x="7322540" y="2651150"/>
                  </a:lnTo>
                  <a:lnTo>
                    <a:pt x="7317270" y="2643340"/>
                  </a:lnTo>
                  <a:lnTo>
                    <a:pt x="7309472" y="2638082"/>
                  </a:lnTo>
                  <a:lnTo>
                    <a:pt x="7299909" y="2636151"/>
                  </a:lnTo>
                  <a:lnTo>
                    <a:pt x="7152564" y="2636151"/>
                  </a:lnTo>
                  <a:lnTo>
                    <a:pt x="7143013" y="2638082"/>
                  </a:lnTo>
                  <a:lnTo>
                    <a:pt x="7135203" y="2643340"/>
                  </a:lnTo>
                  <a:lnTo>
                    <a:pt x="7129945" y="2651150"/>
                  </a:lnTo>
                  <a:lnTo>
                    <a:pt x="7128015" y="2660700"/>
                  </a:lnTo>
                  <a:lnTo>
                    <a:pt x="7129945" y="2670264"/>
                  </a:lnTo>
                  <a:lnTo>
                    <a:pt x="7135203" y="2678074"/>
                  </a:lnTo>
                  <a:lnTo>
                    <a:pt x="7143013" y="2683332"/>
                  </a:lnTo>
                  <a:lnTo>
                    <a:pt x="7152564" y="2685262"/>
                  </a:lnTo>
                  <a:lnTo>
                    <a:pt x="7299909" y="2685262"/>
                  </a:lnTo>
                  <a:lnTo>
                    <a:pt x="7309472" y="2683332"/>
                  </a:lnTo>
                  <a:lnTo>
                    <a:pt x="7317270" y="2678074"/>
                  </a:lnTo>
                  <a:lnTo>
                    <a:pt x="7322540" y="2670264"/>
                  </a:lnTo>
                  <a:lnTo>
                    <a:pt x="7324471" y="2660700"/>
                  </a:lnTo>
                  <a:close/>
                </a:path>
                <a:path w="8184515" h="3078479">
                  <a:moveTo>
                    <a:pt x="7373582" y="2562479"/>
                  </a:moveTo>
                  <a:lnTo>
                    <a:pt x="7371651" y="2552916"/>
                  </a:lnTo>
                  <a:lnTo>
                    <a:pt x="7366381" y="2545118"/>
                  </a:lnTo>
                  <a:lnTo>
                    <a:pt x="7358583" y="2539847"/>
                  </a:lnTo>
                  <a:lnTo>
                    <a:pt x="7349020" y="2537917"/>
                  </a:lnTo>
                  <a:lnTo>
                    <a:pt x="7152564" y="2537917"/>
                  </a:lnTo>
                  <a:lnTo>
                    <a:pt x="7143013" y="2539847"/>
                  </a:lnTo>
                  <a:lnTo>
                    <a:pt x="7135203" y="2545118"/>
                  </a:lnTo>
                  <a:lnTo>
                    <a:pt x="7129945" y="2552916"/>
                  </a:lnTo>
                  <a:lnTo>
                    <a:pt x="7128015" y="2562479"/>
                  </a:lnTo>
                  <a:lnTo>
                    <a:pt x="7129945" y="2572029"/>
                  </a:lnTo>
                  <a:lnTo>
                    <a:pt x="7135203" y="2579840"/>
                  </a:lnTo>
                  <a:lnTo>
                    <a:pt x="7143013" y="2585097"/>
                  </a:lnTo>
                  <a:lnTo>
                    <a:pt x="7152564" y="2587028"/>
                  </a:lnTo>
                  <a:lnTo>
                    <a:pt x="7349020" y="2587028"/>
                  </a:lnTo>
                  <a:lnTo>
                    <a:pt x="7358583" y="2585097"/>
                  </a:lnTo>
                  <a:lnTo>
                    <a:pt x="7366381" y="2579840"/>
                  </a:lnTo>
                  <a:lnTo>
                    <a:pt x="7371651" y="2572029"/>
                  </a:lnTo>
                  <a:lnTo>
                    <a:pt x="7373582" y="2562479"/>
                  </a:lnTo>
                  <a:close/>
                </a:path>
                <a:path w="8184515" h="3078479">
                  <a:moveTo>
                    <a:pt x="7398131" y="2759545"/>
                  </a:moveTo>
                  <a:lnTo>
                    <a:pt x="7396213" y="2749994"/>
                  </a:lnTo>
                  <a:lnTo>
                    <a:pt x="7390943" y="2742184"/>
                  </a:lnTo>
                  <a:lnTo>
                    <a:pt x="7383132" y="2736926"/>
                  </a:lnTo>
                  <a:lnTo>
                    <a:pt x="7373582" y="2734995"/>
                  </a:lnTo>
                  <a:lnTo>
                    <a:pt x="7152564" y="2734995"/>
                  </a:lnTo>
                  <a:lnTo>
                    <a:pt x="7143013" y="2736926"/>
                  </a:lnTo>
                  <a:lnTo>
                    <a:pt x="7135203" y="2742184"/>
                  </a:lnTo>
                  <a:lnTo>
                    <a:pt x="7129945" y="2749994"/>
                  </a:lnTo>
                  <a:lnTo>
                    <a:pt x="7128015" y="2759545"/>
                  </a:lnTo>
                  <a:lnTo>
                    <a:pt x="7129945" y="2769108"/>
                  </a:lnTo>
                  <a:lnTo>
                    <a:pt x="7135203" y="2776905"/>
                  </a:lnTo>
                  <a:lnTo>
                    <a:pt x="7143013" y="2782176"/>
                  </a:lnTo>
                  <a:lnTo>
                    <a:pt x="7152564" y="2784106"/>
                  </a:lnTo>
                  <a:lnTo>
                    <a:pt x="7373582" y="2784106"/>
                  </a:lnTo>
                  <a:lnTo>
                    <a:pt x="7383132" y="2782176"/>
                  </a:lnTo>
                  <a:lnTo>
                    <a:pt x="7390943" y="2776905"/>
                  </a:lnTo>
                  <a:lnTo>
                    <a:pt x="7396213" y="2769108"/>
                  </a:lnTo>
                  <a:lnTo>
                    <a:pt x="7398131" y="2759545"/>
                  </a:lnTo>
                  <a:close/>
                </a:path>
                <a:path w="8184515" h="3078479">
                  <a:moveTo>
                    <a:pt x="7398131" y="2464244"/>
                  </a:moveTo>
                  <a:lnTo>
                    <a:pt x="7396213" y="2454694"/>
                  </a:lnTo>
                  <a:lnTo>
                    <a:pt x="7390943" y="2446883"/>
                  </a:lnTo>
                  <a:lnTo>
                    <a:pt x="7383132" y="2441625"/>
                  </a:lnTo>
                  <a:lnTo>
                    <a:pt x="7373582" y="2439695"/>
                  </a:lnTo>
                  <a:lnTo>
                    <a:pt x="7152564" y="2439695"/>
                  </a:lnTo>
                  <a:lnTo>
                    <a:pt x="7143013" y="2441625"/>
                  </a:lnTo>
                  <a:lnTo>
                    <a:pt x="7135203" y="2446883"/>
                  </a:lnTo>
                  <a:lnTo>
                    <a:pt x="7129945" y="2454694"/>
                  </a:lnTo>
                  <a:lnTo>
                    <a:pt x="7128015" y="2464244"/>
                  </a:lnTo>
                  <a:lnTo>
                    <a:pt x="7129945" y="2473807"/>
                  </a:lnTo>
                  <a:lnTo>
                    <a:pt x="7135203" y="2481618"/>
                  </a:lnTo>
                  <a:lnTo>
                    <a:pt x="7143013" y="2486876"/>
                  </a:lnTo>
                  <a:lnTo>
                    <a:pt x="7152564" y="2488806"/>
                  </a:lnTo>
                  <a:lnTo>
                    <a:pt x="7373582" y="2488806"/>
                  </a:lnTo>
                  <a:lnTo>
                    <a:pt x="7383132" y="2486876"/>
                  </a:lnTo>
                  <a:lnTo>
                    <a:pt x="7390943" y="2481618"/>
                  </a:lnTo>
                  <a:lnTo>
                    <a:pt x="7396213" y="2473807"/>
                  </a:lnTo>
                  <a:lnTo>
                    <a:pt x="7398131" y="2464244"/>
                  </a:lnTo>
                  <a:close/>
                </a:path>
                <a:path w="8184515" h="3078479">
                  <a:moveTo>
                    <a:pt x="7447254" y="2857779"/>
                  </a:moveTo>
                  <a:lnTo>
                    <a:pt x="7445324" y="2848216"/>
                  </a:lnTo>
                  <a:lnTo>
                    <a:pt x="7440054" y="2840405"/>
                  </a:lnTo>
                  <a:lnTo>
                    <a:pt x="7432256" y="2835148"/>
                  </a:lnTo>
                  <a:lnTo>
                    <a:pt x="7422693" y="2833217"/>
                  </a:lnTo>
                  <a:lnTo>
                    <a:pt x="7152564" y="2833217"/>
                  </a:lnTo>
                  <a:lnTo>
                    <a:pt x="7143013" y="2835148"/>
                  </a:lnTo>
                  <a:lnTo>
                    <a:pt x="7135203" y="2840405"/>
                  </a:lnTo>
                  <a:lnTo>
                    <a:pt x="7129945" y="2848216"/>
                  </a:lnTo>
                  <a:lnTo>
                    <a:pt x="7128015" y="2857779"/>
                  </a:lnTo>
                  <a:lnTo>
                    <a:pt x="7129945" y="2867329"/>
                  </a:lnTo>
                  <a:lnTo>
                    <a:pt x="7135203" y="2875140"/>
                  </a:lnTo>
                  <a:lnTo>
                    <a:pt x="7143013" y="2880398"/>
                  </a:lnTo>
                  <a:lnTo>
                    <a:pt x="7152564" y="2882328"/>
                  </a:lnTo>
                  <a:lnTo>
                    <a:pt x="7422693" y="2882328"/>
                  </a:lnTo>
                  <a:lnTo>
                    <a:pt x="7432256" y="2880398"/>
                  </a:lnTo>
                  <a:lnTo>
                    <a:pt x="7440054" y="2875140"/>
                  </a:lnTo>
                  <a:lnTo>
                    <a:pt x="7445324" y="2867329"/>
                  </a:lnTo>
                  <a:lnTo>
                    <a:pt x="7447254" y="2857779"/>
                  </a:lnTo>
                  <a:close/>
                </a:path>
                <a:path w="8184515" h="3078479">
                  <a:moveTo>
                    <a:pt x="7570038" y="1972805"/>
                  </a:moveTo>
                  <a:lnTo>
                    <a:pt x="7568108" y="1963242"/>
                  </a:lnTo>
                  <a:lnTo>
                    <a:pt x="7562850" y="1955444"/>
                  </a:lnTo>
                  <a:lnTo>
                    <a:pt x="7555039" y="1950173"/>
                  </a:lnTo>
                  <a:lnTo>
                    <a:pt x="7545476" y="1948243"/>
                  </a:lnTo>
                  <a:lnTo>
                    <a:pt x="7520927" y="1948243"/>
                  </a:lnTo>
                  <a:lnTo>
                    <a:pt x="7520927" y="1997367"/>
                  </a:lnTo>
                  <a:lnTo>
                    <a:pt x="7520927" y="2120150"/>
                  </a:lnTo>
                  <a:lnTo>
                    <a:pt x="7201675" y="2120150"/>
                  </a:lnTo>
                  <a:lnTo>
                    <a:pt x="7201675" y="1997367"/>
                  </a:lnTo>
                  <a:lnTo>
                    <a:pt x="7520927" y="1997367"/>
                  </a:lnTo>
                  <a:lnTo>
                    <a:pt x="7520927" y="1948243"/>
                  </a:lnTo>
                  <a:lnTo>
                    <a:pt x="7177125" y="1948243"/>
                  </a:lnTo>
                  <a:lnTo>
                    <a:pt x="7167562" y="1950173"/>
                  </a:lnTo>
                  <a:lnTo>
                    <a:pt x="7159765" y="1955444"/>
                  </a:lnTo>
                  <a:lnTo>
                    <a:pt x="7154494" y="1963242"/>
                  </a:lnTo>
                  <a:lnTo>
                    <a:pt x="7152564" y="1972805"/>
                  </a:lnTo>
                  <a:lnTo>
                    <a:pt x="7152564" y="2144699"/>
                  </a:lnTo>
                  <a:lnTo>
                    <a:pt x="7154494" y="2154263"/>
                  </a:lnTo>
                  <a:lnTo>
                    <a:pt x="7159765" y="2162073"/>
                  </a:lnTo>
                  <a:lnTo>
                    <a:pt x="7167562" y="2167331"/>
                  </a:lnTo>
                  <a:lnTo>
                    <a:pt x="7177125" y="2169261"/>
                  </a:lnTo>
                  <a:lnTo>
                    <a:pt x="7545476" y="2169261"/>
                  </a:lnTo>
                  <a:lnTo>
                    <a:pt x="7555039" y="2167331"/>
                  </a:lnTo>
                  <a:lnTo>
                    <a:pt x="7562850" y="2162073"/>
                  </a:lnTo>
                  <a:lnTo>
                    <a:pt x="7568108" y="2154263"/>
                  </a:lnTo>
                  <a:lnTo>
                    <a:pt x="7570038" y="2144699"/>
                  </a:lnTo>
                  <a:lnTo>
                    <a:pt x="7570038" y="2120150"/>
                  </a:lnTo>
                  <a:lnTo>
                    <a:pt x="7570038" y="1997367"/>
                  </a:lnTo>
                  <a:lnTo>
                    <a:pt x="7570038" y="1972805"/>
                  </a:lnTo>
                  <a:close/>
                </a:path>
                <a:path w="8184515" h="3078479">
                  <a:moveTo>
                    <a:pt x="7692822" y="2956001"/>
                  </a:moveTo>
                  <a:lnTo>
                    <a:pt x="7690891" y="2946450"/>
                  </a:lnTo>
                  <a:lnTo>
                    <a:pt x="7685633" y="2938640"/>
                  </a:lnTo>
                  <a:lnTo>
                    <a:pt x="7677823" y="2933382"/>
                  </a:lnTo>
                  <a:lnTo>
                    <a:pt x="7668260" y="2931452"/>
                  </a:lnTo>
                  <a:lnTo>
                    <a:pt x="7152564" y="2931452"/>
                  </a:lnTo>
                  <a:lnTo>
                    <a:pt x="7143013" y="2933382"/>
                  </a:lnTo>
                  <a:lnTo>
                    <a:pt x="7135203" y="2938640"/>
                  </a:lnTo>
                  <a:lnTo>
                    <a:pt x="7129945" y="2946450"/>
                  </a:lnTo>
                  <a:lnTo>
                    <a:pt x="7128015" y="2956001"/>
                  </a:lnTo>
                  <a:lnTo>
                    <a:pt x="7129945" y="2965564"/>
                  </a:lnTo>
                  <a:lnTo>
                    <a:pt x="7135203" y="2973362"/>
                  </a:lnTo>
                  <a:lnTo>
                    <a:pt x="7143013" y="2978632"/>
                  </a:lnTo>
                  <a:lnTo>
                    <a:pt x="7152564" y="2980563"/>
                  </a:lnTo>
                  <a:lnTo>
                    <a:pt x="7668260" y="2980563"/>
                  </a:lnTo>
                  <a:lnTo>
                    <a:pt x="7677823" y="2978632"/>
                  </a:lnTo>
                  <a:lnTo>
                    <a:pt x="7685633" y="2973362"/>
                  </a:lnTo>
                  <a:lnTo>
                    <a:pt x="7690891" y="2965564"/>
                  </a:lnTo>
                  <a:lnTo>
                    <a:pt x="7692822" y="2956001"/>
                  </a:lnTo>
                  <a:close/>
                </a:path>
                <a:path w="8184515" h="3078479">
                  <a:moveTo>
                    <a:pt x="7893202" y="2601201"/>
                  </a:moveTo>
                  <a:lnTo>
                    <a:pt x="7887144" y="2553957"/>
                  </a:lnTo>
                  <a:lnTo>
                    <a:pt x="7868971" y="2509240"/>
                  </a:lnTo>
                  <a:lnTo>
                    <a:pt x="7844053" y="2476563"/>
                  </a:lnTo>
                  <a:lnTo>
                    <a:pt x="7844053" y="2601201"/>
                  </a:lnTo>
                  <a:lnTo>
                    <a:pt x="7841424" y="2628176"/>
                  </a:lnTo>
                  <a:lnTo>
                    <a:pt x="7821142" y="2677223"/>
                  </a:lnTo>
                  <a:lnTo>
                    <a:pt x="7768437" y="2723756"/>
                  </a:lnTo>
                  <a:lnTo>
                    <a:pt x="7728077" y="2736583"/>
                  </a:lnTo>
                  <a:lnTo>
                    <a:pt x="7686091" y="2736583"/>
                  </a:lnTo>
                  <a:lnTo>
                    <a:pt x="7645717" y="2723756"/>
                  </a:lnTo>
                  <a:lnTo>
                    <a:pt x="7610170" y="2698102"/>
                  </a:lnTo>
                  <a:lnTo>
                    <a:pt x="7584529" y="2662567"/>
                  </a:lnTo>
                  <a:lnTo>
                    <a:pt x="7571702" y="2622194"/>
                  </a:lnTo>
                  <a:lnTo>
                    <a:pt x="7571702" y="2580208"/>
                  </a:lnTo>
                  <a:lnTo>
                    <a:pt x="7584529" y="2539847"/>
                  </a:lnTo>
                  <a:lnTo>
                    <a:pt x="7610170" y="2504300"/>
                  </a:lnTo>
                  <a:lnTo>
                    <a:pt x="7654569" y="2474582"/>
                  </a:lnTo>
                  <a:lnTo>
                    <a:pt x="7707084" y="2464231"/>
                  </a:lnTo>
                  <a:lnTo>
                    <a:pt x="7750442" y="2471204"/>
                  </a:lnTo>
                  <a:lnTo>
                    <a:pt x="7788046" y="2490609"/>
                  </a:lnTo>
                  <a:lnTo>
                    <a:pt x="7817675" y="2520226"/>
                  </a:lnTo>
                  <a:lnTo>
                    <a:pt x="7837081" y="2557830"/>
                  </a:lnTo>
                  <a:lnTo>
                    <a:pt x="7844053" y="2601201"/>
                  </a:lnTo>
                  <a:lnTo>
                    <a:pt x="7844053" y="2476563"/>
                  </a:lnTo>
                  <a:lnTo>
                    <a:pt x="7838719" y="2469565"/>
                  </a:lnTo>
                  <a:lnTo>
                    <a:pt x="7831722" y="2464231"/>
                  </a:lnTo>
                  <a:lnTo>
                    <a:pt x="7799032" y="2439301"/>
                  </a:lnTo>
                  <a:lnTo>
                    <a:pt x="7754315" y="2421128"/>
                  </a:lnTo>
                  <a:lnTo>
                    <a:pt x="7707084" y="2415082"/>
                  </a:lnTo>
                  <a:lnTo>
                    <a:pt x="7659852" y="2421128"/>
                  </a:lnTo>
                  <a:lnTo>
                    <a:pt x="7615136" y="2439301"/>
                  </a:lnTo>
                  <a:lnTo>
                    <a:pt x="7575448" y="2469565"/>
                  </a:lnTo>
                  <a:lnTo>
                    <a:pt x="7545210" y="2509240"/>
                  </a:lnTo>
                  <a:lnTo>
                    <a:pt x="7527061" y="2553957"/>
                  </a:lnTo>
                  <a:lnTo>
                    <a:pt x="7521016" y="2601201"/>
                  </a:lnTo>
                  <a:lnTo>
                    <a:pt x="7527061" y="2648445"/>
                  </a:lnTo>
                  <a:lnTo>
                    <a:pt x="7545197" y="2693162"/>
                  </a:lnTo>
                  <a:lnTo>
                    <a:pt x="7575448" y="2732836"/>
                  </a:lnTo>
                  <a:lnTo>
                    <a:pt x="7615110" y="2763088"/>
                  </a:lnTo>
                  <a:lnTo>
                    <a:pt x="7659827" y="2781223"/>
                  </a:lnTo>
                  <a:lnTo>
                    <a:pt x="7707084" y="2787281"/>
                  </a:lnTo>
                  <a:lnTo>
                    <a:pt x="7754328" y="2781223"/>
                  </a:lnTo>
                  <a:lnTo>
                    <a:pt x="7799057" y="2763088"/>
                  </a:lnTo>
                  <a:lnTo>
                    <a:pt x="7833804" y="2736583"/>
                  </a:lnTo>
                  <a:lnTo>
                    <a:pt x="7838719" y="2732836"/>
                  </a:lnTo>
                  <a:lnTo>
                    <a:pt x="7868983" y="2693162"/>
                  </a:lnTo>
                  <a:lnTo>
                    <a:pt x="7887157" y="2648445"/>
                  </a:lnTo>
                  <a:lnTo>
                    <a:pt x="7893202" y="2601201"/>
                  </a:lnTo>
                  <a:close/>
                </a:path>
                <a:path w="8184515" h="3078479">
                  <a:moveTo>
                    <a:pt x="8184020" y="3004515"/>
                  </a:moveTo>
                  <a:lnTo>
                    <a:pt x="8178635" y="2976778"/>
                  </a:lnTo>
                  <a:lnTo>
                    <a:pt x="8162480" y="2952419"/>
                  </a:lnTo>
                  <a:lnTo>
                    <a:pt x="8134934" y="2924873"/>
                  </a:lnTo>
                  <a:lnTo>
                    <a:pt x="8134934" y="3004515"/>
                  </a:lnTo>
                  <a:lnTo>
                    <a:pt x="8133131" y="3013760"/>
                  </a:lnTo>
                  <a:lnTo>
                    <a:pt x="8127784" y="3021838"/>
                  </a:lnTo>
                  <a:lnTo>
                    <a:pt x="8119631" y="3027261"/>
                  </a:lnTo>
                  <a:lnTo>
                    <a:pt x="8110385" y="3029051"/>
                  </a:lnTo>
                  <a:lnTo>
                    <a:pt x="8101139" y="3027261"/>
                  </a:lnTo>
                  <a:lnTo>
                    <a:pt x="8092986" y="3021838"/>
                  </a:lnTo>
                  <a:lnTo>
                    <a:pt x="8056791" y="2985643"/>
                  </a:lnTo>
                  <a:lnTo>
                    <a:pt x="7960271" y="2889123"/>
                  </a:lnTo>
                  <a:lnTo>
                    <a:pt x="7994993" y="2854388"/>
                  </a:lnTo>
                  <a:lnTo>
                    <a:pt x="8127746" y="2987141"/>
                  </a:lnTo>
                  <a:lnTo>
                    <a:pt x="8133131" y="2995269"/>
                  </a:lnTo>
                  <a:lnTo>
                    <a:pt x="8134934" y="3004515"/>
                  </a:lnTo>
                  <a:lnTo>
                    <a:pt x="8134934" y="2924873"/>
                  </a:lnTo>
                  <a:lnTo>
                    <a:pt x="8064449" y="2854388"/>
                  </a:lnTo>
                  <a:lnTo>
                    <a:pt x="8029715" y="2819654"/>
                  </a:lnTo>
                  <a:lnTo>
                    <a:pt x="8012354" y="2802293"/>
                  </a:lnTo>
                  <a:lnTo>
                    <a:pt x="8004238" y="2796908"/>
                  </a:lnTo>
                  <a:lnTo>
                    <a:pt x="7994993" y="2795105"/>
                  </a:lnTo>
                  <a:lnTo>
                    <a:pt x="7985747" y="2796908"/>
                  </a:lnTo>
                  <a:lnTo>
                    <a:pt x="7977632" y="2802293"/>
                  </a:lnTo>
                  <a:lnTo>
                    <a:pt x="7960271" y="2819654"/>
                  </a:lnTo>
                  <a:lnTo>
                    <a:pt x="7959509" y="2818904"/>
                  </a:lnTo>
                  <a:lnTo>
                    <a:pt x="7924774" y="2784170"/>
                  </a:lnTo>
                  <a:lnTo>
                    <a:pt x="7953680" y="2742869"/>
                  </a:lnTo>
                  <a:lnTo>
                    <a:pt x="7974406" y="2698127"/>
                  </a:lnTo>
                  <a:lnTo>
                    <a:pt x="7986954" y="2651074"/>
                  </a:lnTo>
                  <a:lnTo>
                    <a:pt x="7991310" y="2602839"/>
                  </a:lnTo>
                  <a:lnTo>
                    <a:pt x="7987500" y="2554567"/>
                  </a:lnTo>
                  <a:lnTo>
                    <a:pt x="7987487" y="2435758"/>
                  </a:lnTo>
                  <a:lnTo>
                    <a:pt x="7987373" y="2143366"/>
                  </a:lnTo>
                  <a:lnTo>
                    <a:pt x="7987246" y="2140813"/>
                  </a:lnTo>
                  <a:lnTo>
                    <a:pt x="7987055" y="2140102"/>
                  </a:lnTo>
                  <a:lnTo>
                    <a:pt x="7986090" y="2135187"/>
                  </a:lnTo>
                  <a:lnTo>
                    <a:pt x="7983677" y="2130704"/>
                  </a:lnTo>
                  <a:lnTo>
                    <a:pt x="7973111" y="2120150"/>
                  </a:lnTo>
                  <a:lnTo>
                    <a:pt x="7942237" y="2089264"/>
                  </a:lnTo>
                  <a:lnTo>
                    <a:pt x="7942237" y="2601201"/>
                  </a:lnTo>
                  <a:lnTo>
                    <a:pt x="7937944" y="2646172"/>
                  </a:lnTo>
                  <a:lnTo>
                    <a:pt x="7925041" y="2689783"/>
                  </a:lnTo>
                  <a:lnTo>
                    <a:pt x="7903540" y="2730690"/>
                  </a:lnTo>
                  <a:lnTo>
                    <a:pt x="7873441" y="2767571"/>
                  </a:lnTo>
                  <a:lnTo>
                    <a:pt x="7836573" y="2797670"/>
                  </a:lnTo>
                  <a:lnTo>
                    <a:pt x="7795654" y="2819171"/>
                  </a:lnTo>
                  <a:lnTo>
                    <a:pt x="7752042" y="2832062"/>
                  </a:lnTo>
                  <a:lnTo>
                    <a:pt x="7707084" y="2836367"/>
                  </a:lnTo>
                  <a:lnTo>
                    <a:pt x="7662113" y="2832062"/>
                  </a:lnTo>
                  <a:lnTo>
                    <a:pt x="7618501" y="2819171"/>
                  </a:lnTo>
                  <a:lnTo>
                    <a:pt x="7577595" y="2797670"/>
                  </a:lnTo>
                  <a:lnTo>
                    <a:pt x="7540714" y="2767571"/>
                  </a:lnTo>
                  <a:lnTo>
                    <a:pt x="7510615" y="2730690"/>
                  </a:lnTo>
                  <a:lnTo>
                    <a:pt x="7489114" y="2689783"/>
                  </a:lnTo>
                  <a:lnTo>
                    <a:pt x="7476223" y="2646172"/>
                  </a:lnTo>
                  <a:lnTo>
                    <a:pt x="7471918" y="2601201"/>
                  </a:lnTo>
                  <a:lnTo>
                    <a:pt x="7476223" y="2556243"/>
                  </a:lnTo>
                  <a:lnTo>
                    <a:pt x="7489114" y="2512631"/>
                  </a:lnTo>
                  <a:lnTo>
                    <a:pt x="7510615" y="2471712"/>
                  </a:lnTo>
                  <a:lnTo>
                    <a:pt x="7540714" y="2434844"/>
                  </a:lnTo>
                  <a:lnTo>
                    <a:pt x="7577595" y="2404745"/>
                  </a:lnTo>
                  <a:lnTo>
                    <a:pt x="7618501" y="2383244"/>
                  </a:lnTo>
                  <a:lnTo>
                    <a:pt x="7662494" y="2370226"/>
                  </a:lnTo>
                  <a:lnTo>
                    <a:pt x="7663281" y="2370226"/>
                  </a:lnTo>
                  <a:lnTo>
                    <a:pt x="7707084" y="2366048"/>
                  </a:lnTo>
                  <a:lnTo>
                    <a:pt x="7750886" y="2370226"/>
                  </a:lnTo>
                  <a:lnTo>
                    <a:pt x="7751673" y="2370226"/>
                  </a:lnTo>
                  <a:lnTo>
                    <a:pt x="7795654" y="2383244"/>
                  </a:lnTo>
                  <a:lnTo>
                    <a:pt x="7836573" y="2404745"/>
                  </a:lnTo>
                  <a:lnTo>
                    <a:pt x="7873441" y="2434844"/>
                  </a:lnTo>
                  <a:lnTo>
                    <a:pt x="7903540" y="2471712"/>
                  </a:lnTo>
                  <a:lnTo>
                    <a:pt x="7925041" y="2512631"/>
                  </a:lnTo>
                  <a:lnTo>
                    <a:pt x="7937944" y="2556243"/>
                  </a:lnTo>
                  <a:lnTo>
                    <a:pt x="7942237" y="2601201"/>
                  </a:lnTo>
                  <a:lnTo>
                    <a:pt x="7942237" y="2089264"/>
                  </a:lnTo>
                  <a:lnTo>
                    <a:pt x="7938389" y="2085416"/>
                  </a:lnTo>
                  <a:lnTo>
                    <a:pt x="7938389" y="2169261"/>
                  </a:lnTo>
                  <a:lnTo>
                    <a:pt x="7938389" y="2435758"/>
                  </a:lnTo>
                  <a:lnTo>
                    <a:pt x="7907934" y="2399792"/>
                  </a:lnTo>
                  <a:lnTo>
                    <a:pt x="7873174" y="2370226"/>
                  </a:lnTo>
                  <a:lnTo>
                    <a:pt x="7866253" y="2366048"/>
                  </a:lnTo>
                  <a:lnTo>
                    <a:pt x="7834973" y="2347125"/>
                  </a:lnTo>
                  <a:lnTo>
                    <a:pt x="7794155" y="2330513"/>
                  </a:lnTo>
                  <a:lnTo>
                    <a:pt x="7751559" y="2320442"/>
                  </a:lnTo>
                  <a:lnTo>
                    <a:pt x="7708049" y="2316975"/>
                  </a:lnTo>
                  <a:lnTo>
                    <a:pt x="7664437" y="2320137"/>
                  </a:lnTo>
                  <a:lnTo>
                    <a:pt x="7621587" y="2329980"/>
                  </a:lnTo>
                  <a:lnTo>
                    <a:pt x="7580338" y="2346566"/>
                  </a:lnTo>
                  <a:lnTo>
                    <a:pt x="7541527" y="2369921"/>
                  </a:lnTo>
                  <a:lnTo>
                    <a:pt x="7505992" y="2400109"/>
                  </a:lnTo>
                  <a:lnTo>
                    <a:pt x="7476058" y="2435326"/>
                  </a:lnTo>
                  <a:lnTo>
                    <a:pt x="7452766" y="2473871"/>
                  </a:lnTo>
                  <a:lnTo>
                    <a:pt x="7436129" y="2514930"/>
                  </a:lnTo>
                  <a:lnTo>
                    <a:pt x="7426160" y="2557653"/>
                  </a:lnTo>
                  <a:lnTo>
                    <a:pt x="7422832" y="2601201"/>
                  </a:lnTo>
                  <a:lnTo>
                    <a:pt x="7422959" y="2602839"/>
                  </a:lnTo>
                  <a:lnTo>
                    <a:pt x="7426160" y="2644762"/>
                  </a:lnTo>
                  <a:lnTo>
                    <a:pt x="7436129" y="2687485"/>
                  </a:lnTo>
                  <a:lnTo>
                    <a:pt x="7452766" y="2728531"/>
                  </a:lnTo>
                  <a:lnTo>
                    <a:pt x="7476058" y="2767088"/>
                  </a:lnTo>
                  <a:lnTo>
                    <a:pt x="7505992" y="2802293"/>
                  </a:lnTo>
                  <a:lnTo>
                    <a:pt x="7542974" y="2833484"/>
                  </a:lnTo>
                  <a:lnTo>
                    <a:pt x="7583652" y="2857411"/>
                  </a:lnTo>
                  <a:lnTo>
                    <a:pt x="7627048" y="2874022"/>
                  </a:lnTo>
                  <a:lnTo>
                    <a:pt x="7672184" y="2883319"/>
                  </a:lnTo>
                  <a:lnTo>
                    <a:pt x="7718095" y="2885249"/>
                  </a:lnTo>
                  <a:lnTo>
                    <a:pt x="7763802" y="2879801"/>
                  </a:lnTo>
                  <a:lnTo>
                    <a:pt x="7808354" y="2866948"/>
                  </a:lnTo>
                  <a:lnTo>
                    <a:pt x="7850759" y="2846654"/>
                  </a:lnTo>
                  <a:lnTo>
                    <a:pt x="7865326" y="2836367"/>
                  </a:lnTo>
                  <a:lnTo>
                    <a:pt x="7890053" y="2818904"/>
                  </a:lnTo>
                  <a:lnTo>
                    <a:pt x="7925536" y="2854388"/>
                  </a:lnTo>
                  <a:lnTo>
                    <a:pt x="7908176" y="2871749"/>
                  </a:lnTo>
                  <a:lnTo>
                    <a:pt x="7902829" y="2879801"/>
                  </a:lnTo>
                  <a:lnTo>
                    <a:pt x="7902105" y="2883319"/>
                  </a:lnTo>
                  <a:lnTo>
                    <a:pt x="7900975" y="2889123"/>
                  </a:lnTo>
                  <a:lnTo>
                    <a:pt x="7902778" y="2898356"/>
                  </a:lnTo>
                  <a:lnTo>
                    <a:pt x="7908176" y="2906484"/>
                  </a:lnTo>
                  <a:lnTo>
                    <a:pt x="7938389" y="2936710"/>
                  </a:lnTo>
                  <a:lnTo>
                    <a:pt x="7938389" y="2979953"/>
                  </a:lnTo>
                  <a:lnTo>
                    <a:pt x="7934528" y="2999041"/>
                  </a:lnTo>
                  <a:lnTo>
                    <a:pt x="7923987" y="3014662"/>
                  </a:lnTo>
                  <a:lnTo>
                    <a:pt x="7908379" y="3025190"/>
                  </a:lnTo>
                  <a:lnTo>
                    <a:pt x="7889303" y="3029051"/>
                  </a:lnTo>
                  <a:lnTo>
                    <a:pt x="7127976" y="3029051"/>
                  </a:lnTo>
                  <a:lnTo>
                    <a:pt x="7108914" y="3025190"/>
                  </a:lnTo>
                  <a:lnTo>
                    <a:pt x="7093293" y="3014662"/>
                  </a:lnTo>
                  <a:lnTo>
                    <a:pt x="7082764" y="2999041"/>
                  </a:lnTo>
                  <a:lnTo>
                    <a:pt x="7078891" y="2979953"/>
                  </a:lnTo>
                  <a:lnTo>
                    <a:pt x="7078891" y="1923694"/>
                  </a:lnTo>
                  <a:lnTo>
                    <a:pt x="7082764" y="1904593"/>
                  </a:lnTo>
                  <a:lnTo>
                    <a:pt x="7093293" y="1888985"/>
                  </a:lnTo>
                  <a:lnTo>
                    <a:pt x="7108914" y="1878444"/>
                  </a:lnTo>
                  <a:lnTo>
                    <a:pt x="7128015" y="1874583"/>
                  </a:lnTo>
                  <a:lnTo>
                    <a:pt x="7643711" y="1874583"/>
                  </a:lnTo>
                  <a:lnTo>
                    <a:pt x="7643711" y="2144699"/>
                  </a:lnTo>
                  <a:lnTo>
                    <a:pt x="7645641" y="2154263"/>
                  </a:lnTo>
                  <a:lnTo>
                    <a:pt x="7650899" y="2162073"/>
                  </a:lnTo>
                  <a:lnTo>
                    <a:pt x="7658709" y="2167331"/>
                  </a:lnTo>
                  <a:lnTo>
                    <a:pt x="7668260" y="2169261"/>
                  </a:lnTo>
                  <a:lnTo>
                    <a:pt x="7938389" y="2169261"/>
                  </a:lnTo>
                  <a:lnTo>
                    <a:pt x="7938389" y="2085416"/>
                  </a:lnTo>
                  <a:lnTo>
                    <a:pt x="7903667" y="2050681"/>
                  </a:lnTo>
                  <a:lnTo>
                    <a:pt x="7903667" y="2120150"/>
                  </a:lnTo>
                  <a:lnTo>
                    <a:pt x="7692822" y="2120150"/>
                  </a:lnTo>
                  <a:lnTo>
                    <a:pt x="7692822" y="1909305"/>
                  </a:lnTo>
                  <a:lnTo>
                    <a:pt x="7903667" y="2120150"/>
                  </a:lnTo>
                  <a:lnTo>
                    <a:pt x="7903667" y="2050681"/>
                  </a:lnTo>
                  <a:lnTo>
                    <a:pt x="7762367" y="1909305"/>
                  </a:lnTo>
                  <a:lnTo>
                    <a:pt x="7727658" y="1874583"/>
                  </a:lnTo>
                  <a:lnTo>
                    <a:pt x="7690117" y="1837232"/>
                  </a:lnTo>
                  <a:lnTo>
                    <a:pt x="7679576" y="1828241"/>
                  </a:lnTo>
                  <a:lnTo>
                    <a:pt x="7676299" y="1826539"/>
                  </a:lnTo>
                  <a:lnTo>
                    <a:pt x="7672311" y="1825459"/>
                  </a:lnTo>
                  <a:lnTo>
                    <a:pt x="7128015" y="1825459"/>
                  </a:lnTo>
                  <a:lnTo>
                    <a:pt x="7089813" y="1833194"/>
                  </a:lnTo>
                  <a:lnTo>
                    <a:pt x="7058584" y="1854263"/>
                  </a:lnTo>
                  <a:lnTo>
                    <a:pt x="7037514" y="1885492"/>
                  </a:lnTo>
                  <a:lnTo>
                    <a:pt x="7029780" y="1923694"/>
                  </a:lnTo>
                  <a:lnTo>
                    <a:pt x="7029780" y="2979953"/>
                  </a:lnTo>
                  <a:lnTo>
                    <a:pt x="7037514" y="3018142"/>
                  </a:lnTo>
                  <a:lnTo>
                    <a:pt x="7058584" y="3049371"/>
                  </a:lnTo>
                  <a:lnTo>
                    <a:pt x="7089813" y="3070441"/>
                  </a:lnTo>
                  <a:lnTo>
                    <a:pt x="7127875" y="3078149"/>
                  </a:lnTo>
                  <a:lnTo>
                    <a:pt x="7889418" y="3078149"/>
                  </a:lnTo>
                  <a:lnTo>
                    <a:pt x="7926222" y="3070961"/>
                  </a:lnTo>
                  <a:lnTo>
                    <a:pt x="7956791" y="3051225"/>
                  </a:lnTo>
                  <a:lnTo>
                    <a:pt x="7972869" y="3029051"/>
                  </a:lnTo>
                  <a:lnTo>
                    <a:pt x="7978114" y="3021838"/>
                  </a:lnTo>
                  <a:lnTo>
                    <a:pt x="7987335" y="2985643"/>
                  </a:lnTo>
                  <a:lnTo>
                    <a:pt x="8058302" y="3056610"/>
                  </a:lnTo>
                  <a:lnTo>
                    <a:pt x="8082648" y="3072765"/>
                  </a:lnTo>
                  <a:lnTo>
                    <a:pt x="8110385" y="3078149"/>
                  </a:lnTo>
                  <a:lnTo>
                    <a:pt x="8138122" y="3072765"/>
                  </a:lnTo>
                  <a:lnTo>
                    <a:pt x="8162480" y="3056610"/>
                  </a:lnTo>
                  <a:lnTo>
                    <a:pt x="8178635" y="3032252"/>
                  </a:lnTo>
                  <a:lnTo>
                    <a:pt x="8179257" y="3029051"/>
                  </a:lnTo>
                  <a:lnTo>
                    <a:pt x="8184020" y="30045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648" rIns="0" bIns="0" rtlCol="0">
            <a:spAutoFit/>
          </a:bodyPr>
          <a:lstStyle/>
          <a:p>
            <a:pPr marL="3136265">
              <a:lnSpc>
                <a:spcPct val="100000"/>
              </a:lnSpc>
              <a:spcBef>
                <a:spcPts val="130"/>
              </a:spcBef>
            </a:pPr>
            <a:r>
              <a:rPr sz="8000" spc="240" dirty="0"/>
              <a:t>PROBLEMÁTIC</a:t>
            </a:r>
            <a:r>
              <a:rPr sz="8000" spc="-545" dirty="0"/>
              <a:t>A</a:t>
            </a:r>
            <a:endParaRPr sz="8000"/>
          </a:p>
        </p:txBody>
      </p:sp>
      <p:sp>
        <p:nvSpPr>
          <p:cNvPr id="12" name="object 12"/>
          <p:cNvSpPr txBox="1"/>
          <p:nvPr/>
        </p:nvSpPr>
        <p:spPr>
          <a:xfrm>
            <a:off x="1987859" y="4007923"/>
            <a:ext cx="293370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3599"/>
              </a:lnSpc>
              <a:spcBef>
                <a:spcPts val="95"/>
              </a:spcBef>
              <a:tabLst>
                <a:tab pos="468630" algn="l"/>
                <a:tab pos="505459" algn="l"/>
                <a:tab pos="1586865" algn="l"/>
              </a:tabLst>
            </a:pPr>
            <a:r>
              <a:rPr sz="2200" spc="265" dirty="0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300" dirty="0">
                <a:solidFill>
                  <a:srgbClr val="231F20"/>
                </a:solidFill>
                <a:latin typeface="Calibri"/>
                <a:cs typeface="Calibri"/>
              </a:rPr>
              <a:t>clínica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350" dirty="0">
                <a:solidFill>
                  <a:srgbClr val="231F20"/>
                </a:solidFill>
                <a:latin typeface="Calibri"/>
                <a:cs typeface="Calibri"/>
              </a:rPr>
              <a:t>depende </a:t>
            </a:r>
            <a:r>
              <a:rPr sz="2200" spc="270" dirty="0">
                <a:solidFill>
                  <a:srgbClr val="231F20"/>
                </a:solidFill>
                <a:latin typeface="Calibri"/>
                <a:cs typeface="Calibri"/>
              </a:rPr>
              <a:t>de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	</a:t>
            </a:r>
            <a:r>
              <a:rPr sz="2200" spc="360" dirty="0">
                <a:solidFill>
                  <a:srgbClr val="231F20"/>
                </a:solidFill>
                <a:latin typeface="Calibri"/>
                <a:cs typeface="Calibri"/>
              </a:rPr>
              <a:t>documentos</a:t>
            </a:r>
            <a:endParaRPr sz="2200">
              <a:latin typeface="Calibri"/>
              <a:cs typeface="Calibri"/>
            </a:endParaRPr>
          </a:p>
          <a:p>
            <a:pPr marL="85090" marR="76835" algn="ctr">
              <a:lnSpc>
                <a:spcPct val="113599"/>
              </a:lnSpc>
              <a:spcBef>
                <a:spcPts val="5"/>
              </a:spcBef>
              <a:tabLst>
                <a:tab pos="1645285" algn="l"/>
                <a:tab pos="2326005" algn="l"/>
              </a:tabLst>
            </a:pPr>
            <a:r>
              <a:rPr sz="2200" spc="310" dirty="0">
                <a:solidFill>
                  <a:srgbClr val="231F20"/>
                </a:solidFill>
                <a:latin typeface="Calibri"/>
                <a:cs typeface="Calibri"/>
              </a:rPr>
              <a:t>manuales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280" dirty="0">
                <a:solidFill>
                  <a:srgbClr val="231F20"/>
                </a:solidFill>
                <a:latin typeface="Calibri"/>
                <a:cs typeface="Calibri"/>
              </a:rPr>
              <a:t>que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275" dirty="0">
                <a:solidFill>
                  <a:srgbClr val="231F20"/>
                </a:solidFill>
                <a:latin typeface="Calibri"/>
                <a:cs typeface="Calibri"/>
              </a:rPr>
              <a:t>son </a:t>
            </a:r>
            <a:r>
              <a:rPr sz="2200" spc="290" dirty="0">
                <a:solidFill>
                  <a:srgbClr val="231F20"/>
                </a:solidFill>
                <a:latin typeface="Calibri"/>
                <a:cs typeface="Calibri"/>
              </a:rPr>
              <a:t>ineficientes.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61695" y="3873708"/>
            <a:ext cx="4364990" cy="11684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  <a:tabLst>
                <a:tab pos="478790" algn="l"/>
                <a:tab pos="1822450" algn="l"/>
              </a:tabLst>
            </a:pPr>
            <a:r>
              <a:rPr sz="2200" spc="290" dirty="0">
                <a:solidFill>
                  <a:srgbClr val="231F20"/>
                </a:solidFill>
                <a:latin typeface="Calibri"/>
                <a:cs typeface="Calibri"/>
              </a:rPr>
              <a:t>Se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295" dirty="0">
                <a:solidFill>
                  <a:srgbClr val="231F20"/>
                </a:solidFill>
                <a:latin typeface="Calibri"/>
                <a:cs typeface="Calibri"/>
              </a:rPr>
              <a:t>generan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335" dirty="0">
                <a:solidFill>
                  <a:srgbClr val="231F20"/>
                </a:solidFill>
                <a:latin typeface="Calibri"/>
                <a:cs typeface="Calibri"/>
              </a:rPr>
              <a:t>demoras</a:t>
            </a:r>
            <a:endParaRPr sz="2200">
              <a:latin typeface="Calibri"/>
              <a:cs typeface="Calibri"/>
            </a:endParaRPr>
          </a:p>
          <a:p>
            <a:pPr marL="12700" marR="5080" algn="ctr">
              <a:lnSpc>
                <a:spcPct val="113599"/>
              </a:lnSpc>
              <a:tabLst>
                <a:tab pos="505459" algn="l"/>
                <a:tab pos="2176145" algn="l"/>
                <a:tab pos="2653030" algn="l"/>
                <a:tab pos="3024505" algn="l"/>
              </a:tabLst>
            </a:pPr>
            <a:r>
              <a:rPr sz="2200" spc="315" dirty="0">
                <a:solidFill>
                  <a:srgbClr val="231F20"/>
                </a:solidFill>
                <a:latin typeface="Calibri"/>
                <a:cs typeface="Calibri"/>
              </a:rPr>
              <a:t>significativas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210" dirty="0">
                <a:solidFill>
                  <a:srgbClr val="231F20"/>
                </a:solidFill>
                <a:latin typeface="Calibri"/>
                <a:cs typeface="Calibri"/>
              </a:rPr>
              <a:t>en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145" dirty="0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315" dirty="0">
                <a:solidFill>
                  <a:srgbClr val="231F20"/>
                </a:solidFill>
                <a:latin typeface="Calibri"/>
                <a:cs typeface="Calibri"/>
              </a:rPr>
              <a:t>atención </a:t>
            </a:r>
            <a:r>
              <a:rPr sz="2200" spc="270" dirty="0">
                <a:solidFill>
                  <a:srgbClr val="231F20"/>
                </a:solidFill>
                <a:latin typeface="Calibri"/>
                <a:cs typeface="Calibri"/>
              </a:rPr>
              <a:t>de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320" dirty="0">
                <a:solidFill>
                  <a:srgbClr val="231F20"/>
                </a:solidFill>
                <a:latin typeface="Calibri"/>
                <a:cs typeface="Calibri"/>
              </a:rPr>
              <a:t>pacientes.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67443" y="4372968"/>
            <a:ext cx="282067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97155" algn="ctr">
              <a:lnSpc>
                <a:spcPct val="113599"/>
              </a:lnSpc>
              <a:spcBef>
                <a:spcPts val="95"/>
              </a:spcBef>
              <a:tabLst>
                <a:tab pos="560705" algn="l"/>
                <a:tab pos="1087120" algn="l"/>
                <a:tab pos="2184400" algn="l"/>
                <a:tab pos="2387600" algn="l"/>
              </a:tabLst>
            </a:pPr>
            <a:r>
              <a:rPr sz="2200" spc="265" dirty="0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355" dirty="0">
                <a:solidFill>
                  <a:srgbClr val="231F20"/>
                </a:solidFill>
                <a:latin typeface="Calibri"/>
                <a:cs typeface="Calibri"/>
              </a:rPr>
              <a:t>búsqueda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270" dirty="0">
                <a:solidFill>
                  <a:srgbClr val="231F20"/>
                </a:solidFill>
                <a:latin typeface="Calibri"/>
                <a:cs typeface="Calibri"/>
              </a:rPr>
              <a:t>de </a:t>
            </a:r>
            <a:r>
              <a:rPr sz="2200" spc="330" dirty="0">
                <a:solidFill>
                  <a:srgbClr val="231F20"/>
                </a:solidFill>
                <a:latin typeface="Calibri"/>
                <a:cs typeface="Calibri"/>
              </a:rPr>
              <a:t>datos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320" dirty="0">
                <a:solidFill>
                  <a:srgbClr val="231F20"/>
                </a:solidFill>
                <a:latin typeface="Calibri"/>
                <a:cs typeface="Calibri"/>
              </a:rPr>
              <a:t>clínicos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280" dirty="0">
                <a:solidFill>
                  <a:srgbClr val="231F20"/>
                </a:solidFill>
                <a:latin typeface="Calibri"/>
                <a:cs typeface="Calibri"/>
              </a:rPr>
              <a:t>es</a:t>
            </a:r>
            <a:endParaRPr sz="2200">
              <a:latin typeface="Calibri"/>
              <a:cs typeface="Calibri"/>
            </a:endParaRPr>
          </a:p>
          <a:p>
            <a:pPr marL="12700" marR="5080" algn="ctr">
              <a:lnSpc>
                <a:spcPct val="113599"/>
              </a:lnSpc>
              <a:spcBef>
                <a:spcPts val="5"/>
              </a:spcBef>
              <a:tabLst>
                <a:tab pos="2651125" algn="l"/>
              </a:tabLst>
            </a:pPr>
            <a:r>
              <a:rPr sz="2200" spc="405" dirty="0">
                <a:solidFill>
                  <a:srgbClr val="231F20"/>
                </a:solidFill>
                <a:latin typeface="Calibri"/>
                <a:cs typeface="Calibri"/>
              </a:rPr>
              <a:t>time-</a:t>
            </a:r>
            <a:r>
              <a:rPr sz="2200" spc="340" dirty="0">
                <a:solidFill>
                  <a:srgbClr val="231F20"/>
                </a:solidFill>
                <a:latin typeface="Calibri"/>
                <a:cs typeface="Calibri"/>
              </a:rPr>
              <a:t>consuming</a:t>
            </a:r>
            <a:r>
              <a:rPr sz="2200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200" spc="170" dirty="0">
                <a:solidFill>
                  <a:srgbClr val="231F20"/>
                </a:solidFill>
                <a:latin typeface="Calibri"/>
                <a:cs typeface="Calibri"/>
              </a:rPr>
              <a:t>y </a:t>
            </a:r>
            <a:r>
              <a:rPr sz="2200" spc="330" dirty="0">
                <a:solidFill>
                  <a:srgbClr val="231F20"/>
                </a:solidFill>
                <a:latin typeface="Calibri"/>
                <a:cs typeface="Calibri"/>
              </a:rPr>
              <a:t>complicada.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3286"/>
            <a:ext cx="18524855" cy="10320020"/>
            <a:chOff x="0" y="-13286"/>
            <a:chExt cx="18524855" cy="10320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91585" y="-13286"/>
              <a:ext cx="5533152" cy="78574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3215" y="8000344"/>
              <a:ext cx="4876799" cy="5143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78069" y="1955373"/>
              <a:ext cx="6574379" cy="65689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243945" y="1821268"/>
              <a:ext cx="6842759" cy="6842759"/>
            </a:xfrm>
            <a:custGeom>
              <a:avLst/>
              <a:gdLst/>
              <a:ahLst/>
              <a:cxnLst/>
              <a:rect l="l" t="t" r="r" b="b"/>
              <a:pathLst>
                <a:path w="6842759" h="6842759">
                  <a:moveTo>
                    <a:pt x="6842607" y="6574790"/>
                  </a:moveTo>
                  <a:lnTo>
                    <a:pt x="268236" y="6574790"/>
                  </a:lnTo>
                  <a:lnTo>
                    <a:pt x="268236" y="6179083"/>
                  </a:lnTo>
                  <a:lnTo>
                    <a:pt x="0" y="6179083"/>
                  </a:lnTo>
                  <a:lnTo>
                    <a:pt x="0" y="6574790"/>
                  </a:lnTo>
                  <a:lnTo>
                    <a:pt x="0" y="6842760"/>
                  </a:lnTo>
                  <a:lnTo>
                    <a:pt x="6842607" y="6842760"/>
                  </a:lnTo>
                  <a:lnTo>
                    <a:pt x="6842607" y="6574790"/>
                  </a:lnTo>
                  <a:close/>
                </a:path>
                <a:path w="6842759" h="6842759">
                  <a:moveTo>
                    <a:pt x="6842607" y="268224"/>
                  </a:moveTo>
                  <a:lnTo>
                    <a:pt x="6573012" y="268224"/>
                  </a:lnTo>
                  <a:lnTo>
                    <a:pt x="6573012" y="6574371"/>
                  </a:lnTo>
                  <a:lnTo>
                    <a:pt x="6842607" y="6574371"/>
                  </a:lnTo>
                  <a:lnTo>
                    <a:pt x="6842607" y="268224"/>
                  </a:lnTo>
                  <a:close/>
                </a:path>
                <a:path w="6842759" h="6842759">
                  <a:moveTo>
                    <a:pt x="6842607" y="0"/>
                  </a:moveTo>
                  <a:lnTo>
                    <a:pt x="0" y="0"/>
                  </a:lnTo>
                  <a:lnTo>
                    <a:pt x="0" y="267970"/>
                  </a:lnTo>
                  <a:lnTo>
                    <a:pt x="0" y="1811832"/>
                  </a:lnTo>
                  <a:lnTo>
                    <a:pt x="268236" y="1811832"/>
                  </a:lnTo>
                  <a:lnTo>
                    <a:pt x="268236" y="267970"/>
                  </a:lnTo>
                  <a:lnTo>
                    <a:pt x="6842607" y="267970"/>
                  </a:lnTo>
                  <a:lnTo>
                    <a:pt x="6842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20749" y="3633095"/>
              <a:ext cx="4859020" cy="4367530"/>
            </a:xfrm>
            <a:custGeom>
              <a:avLst/>
              <a:gdLst/>
              <a:ahLst/>
              <a:cxnLst/>
              <a:rect l="l" t="t" r="r" b="b"/>
              <a:pathLst>
                <a:path w="4859020" h="4367530">
                  <a:moveTo>
                    <a:pt x="4858947" y="4367249"/>
                  </a:moveTo>
                  <a:lnTo>
                    <a:pt x="0" y="4367249"/>
                  </a:lnTo>
                  <a:lnTo>
                    <a:pt x="0" y="0"/>
                  </a:lnTo>
                  <a:lnTo>
                    <a:pt x="4858947" y="0"/>
                  </a:lnTo>
                  <a:lnTo>
                    <a:pt x="4858947" y="4367249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05071" y="4073449"/>
              <a:ext cx="2085975" cy="21426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7363668"/>
              <a:ext cx="2692731" cy="294260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29" dirty="0"/>
              <a:t>SOLUCIÓ</a:t>
            </a:r>
            <a:r>
              <a:rPr spc="-690" dirty="0"/>
              <a:t>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31879" y="2110971"/>
            <a:ext cx="6801484" cy="1463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400" b="1" spc="240" dirty="0">
                <a:solidFill>
                  <a:srgbClr val="004AAC"/>
                </a:solidFill>
                <a:latin typeface="Trebuchet MS"/>
                <a:cs typeface="Trebuchet MS"/>
              </a:rPr>
              <a:t>PROPUEST</a:t>
            </a:r>
            <a:r>
              <a:rPr sz="9400" b="1" spc="-680" dirty="0">
                <a:solidFill>
                  <a:srgbClr val="004AAC"/>
                </a:solidFill>
                <a:latin typeface="Trebuchet MS"/>
                <a:cs typeface="Trebuchet MS"/>
              </a:rPr>
              <a:t>A</a:t>
            </a:r>
            <a:endParaRPr sz="9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31879" y="4118627"/>
            <a:ext cx="5556250" cy="3968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  <a:tabLst>
                <a:tab pos="1482725" algn="l"/>
                <a:tab pos="2150745" algn="l"/>
                <a:tab pos="2707640" algn="l"/>
                <a:tab pos="2817495" algn="l"/>
                <a:tab pos="4259580" algn="l"/>
                <a:tab pos="5113655" algn="l"/>
              </a:tabLst>
            </a:pPr>
            <a:r>
              <a:rPr sz="2500" b="1" spc="360" dirty="0">
                <a:solidFill>
                  <a:srgbClr val="231F20"/>
                </a:solidFill>
                <a:latin typeface="Calibri"/>
                <a:cs typeface="Calibri"/>
              </a:rPr>
              <a:t>Desarrollar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280" dirty="0">
                <a:solidFill>
                  <a:srgbClr val="231F20"/>
                </a:solidFill>
                <a:latin typeface="Calibri"/>
                <a:cs typeface="Calibri"/>
              </a:rPr>
              <a:t>un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425" dirty="0">
                <a:solidFill>
                  <a:srgbClr val="231F20"/>
                </a:solidFill>
                <a:latin typeface="Calibri"/>
                <a:cs typeface="Calibri"/>
              </a:rPr>
              <a:t>sistema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355" dirty="0">
                <a:solidFill>
                  <a:srgbClr val="231F20"/>
                </a:solidFill>
                <a:latin typeface="Calibri"/>
                <a:cs typeface="Calibri"/>
              </a:rPr>
              <a:t>web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355" dirty="0">
                <a:solidFill>
                  <a:srgbClr val="231F20"/>
                </a:solidFill>
                <a:latin typeface="Calibri"/>
                <a:cs typeface="Calibri"/>
              </a:rPr>
              <a:t>de </a:t>
            </a:r>
            <a:r>
              <a:rPr sz="2500" b="1" spc="395" dirty="0">
                <a:solidFill>
                  <a:srgbClr val="231F20"/>
                </a:solidFill>
                <a:latin typeface="Calibri"/>
                <a:cs typeface="Calibri"/>
              </a:rPr>
              <a:t>gestión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400" dirty="0">
                <a:solidFill>
                  <a:srgbClr val="231F20"/>
                </a:solidFill>
                <a:latin typeface="Calibri"/>
                <a:cs typeface="Calibri"/>
              </a:rPr>
              <a:t>clínica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	</a:t>
            </a:r>
            <a:r>
              <a:rPr sz="2500" b="1" spc="254" dirty="0">
                <a:solidFill>
                  <a:srgbClr val="231F20"/>
                </a:solidFill>
                <a:latin typeface="Calibri"/>
                <a:cs typeface="Calibri"/>
              </a:rPr>
              <a:t>y</a:t>
            </a:r>
            <a:endParaRPr sz="2500">
              <a:latin typeface="Calibri"/>
              <a:cs typeface="Calibri"/>
            </a:endParaRPr>
          </a:p>
          <a:p>
            <a:pPr marL="12700" marR="137795">
              <a:lnSpc>
                <a:spcPct val="114999"/>
              </a:lnSpc>
              <a:tabLst>
                <a:tab pos="2183765" algn="l"/>
                <a:tab pos="2800350" algn="l"/>
                <a:tab pos="3655060" algn="l"/>
                <a:tab pos="3733165" algn="l"/>
                <a:tab pos="4169410" algn="l"/>
              </a:tabLst>
            </a:pPr>
            <a:r>
              <a:rPr sz="2500" b="1" spc="395" dirty="0">
                <a:solidFill>
                  <a:srgbClr val="231F20"/>
                </a:solidFill>
                <a:latin typeface="Calibri"/>
                <a:cs typeface="Calibri"/>
              </a:rPr>
              <a:t>administrativa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360" dirty="0">
                <a:solidFill>
                  <a:srgbClr val="231F20"/>
                </a:solidFill>
                <a:latin typeface="Calibri"/>
                <a:cs typeface="Calibri"/>
              </a:rPr>
              <a:t>para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	</a:t>
            </a:r>
            <a:r>
              <a:rPr sz="2500" b="1" spc="210" dirty="0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409" dirty="0">
                <a:solidFill>
                  <a:srgbClr val="231F20"/>
                </a:solidFill>
                <a:latin typeface="Calibri"/>
                <a:cs typeface="Calibri"/>
              </a:rPr>
              <a:t>Clínica </a:t>
            </a:r>
            <a:r>
              <a:rPr sz="2500" b="1" spc="375" dirty="0">
                <a:solidFill>
                  <a:srgbClr val="231F20"/>
                </a:solidFill>
                <a:latin typeface="Calibri"/>
                <a:cs typeface="Calibri"/>
              </a:rPr>
              <a:t>Veterinaria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375" dirty="0">
                <a:solidFill>
                  <a:srgbClr val="231F20"/>
                </a:solidFill>
                <a:latin typeface="Calibri"/>
                <a:cs typeface="Calibri"/>
              </a:rPr>
              <a:t>Pucará,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370" dirty="0">
                <a:solidFill>
                  <a:srgbClr val="231F20"/>
                </a:solidFill>
                <a:latin typeface="Calibri"/>
                <a:cs typeface="Calibri"/>
              </a:rPr>
              <a:t>que</a:t>
            </a:r>
            <a:endParaRPr sz="2500">
              <a:latin typeface="Calibri"/>
              <a:cs typeface="Calibri"/>
            </a:endParaRPr>
          </a:p>
          <a:p>
            <a:pPr marL="12700" marR="375285">
              <a:lnSpc>
                <a:spcPct val="114999"/>
              </a:lnSpc>
              <a:tabLst>
                <a:tab pos="1943735" algn="l"/>
                <a:tab pos="1999614" algn="l"/>
                <a:tab pos="2272030" algn="l"/>
                <a:tab pos="2435860" algn="l"/>
                <a:tab pos="4743450" algn="l"/>
              </a:tabLst>
            </a:pPr>
            <a:r>
              <a:rPr sz="2500" b="1" spc="420" dirty="0">
                <a:solidFill>
                  <a:srgbClr val="231F20"/>
                </a:solidFill>
                <a:latin typeface="Calibri"/>
                <a:cs typeface="Calibri"/>
              </a:rPr>
              <a:t>centralice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	</a:t>
            </a:r>
            <a:r>
              <a:rPr sz="2500" b="1" spc="210" dirty="0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390" dirty="0">
                <a:solidFill>
                  <a:srgbClr val="231F20"/>
                </a:solidFill>
                <a:latin typeface="Calibri"/>
                <a:cs typeface="Calibri"/>
              </a:rPr>
              <a:t>información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355" dirty="0">
                <a:solidFill>
                  <a:srgbClr val="231F20"/>
                </a:solidFill>
                <a:latin typeface="Calibri"/>
                <a:cs typeface="Calibri"/>
              </a:rPr>
              <a:t>de </a:t>
            </a:r>
            <a:r>
              <a:rPr sz="2500" b="1" spc="445" dirty="0">
                <a:solidFill>
                  <a:srgbClr val="231F20"/>
                </a:solidFill>
                <a:latin typeface="Calibri"/>
                <a:cs typeface="Calibri"/>
              </a:rPr>
              <a:t>pacientes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254" dirty="0">
                <a:solidFill>
                  <a:srgbClr val="231F20"/>
                </a:solidFill>
                <a:latin typeface="Calibri"/>
                <a:cs typeface="Calibri"/>
              </a:rPr>
              <a:t>y</a:t>
            </a:r>
            <a:r>
              <a:rPr sz="2500" b="1" dirty="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sz="2500" b="1" spc="375" dirty="0">
                <a:solidFill>
                  <a:srgbClr val="231F20"/>
                </a:solidFill>
                <a:latin typeface="Calibri"/>
                <a:cs typeface="Calibri"/>
              </a:rPr>
              <a:t>propietarios,</a:t>
            </a:r>
            <a:endParaRPr sz="2500">
              <a:latin typeface="Calibri"/>
              <a:cs typeface="Calibri"/>
            </a:endParaRPr>
          </a:p>
          <a:p>
            <a:pPr marL="12700" marR="255270" algn="just">
              <a:lnSpc>
                <a:spcPct val="114999"/>
              </a:lnSpc>
            </a:pPr>
            <a:r>
              <a:rPr sz="2500" b="1" spc="405" dirty="0">
                <a:solidFill>
                  <a:srgbClr val="231F20"/>
                </a:solidFill>
                <a:latin typeface="Calibri"/>
                <a:cs typeface="Calibri"/>
              </a:rPr>
              <a:t>permita</a:t>
            </a:r>
            <a:r>
              <a:rPr sz="2500" b="1" spc="52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2500" b="1" spc="235" dirty="0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sz="2500" b="1" spc="52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2500" b="1" spc="425" dirty="0">
                <a:solidFill>
                  <a:srgbClr val="231F20"/>
                </a:solidFill>
                <a:latin typeface="Calibri"/>
                <a:cs typeface="Calibri"/>
              </a:rPr>
              <a:t>agenda</a:t>
            </a:r>
            <a:r>
              <a:rPr sz="2500" b="1" spc="52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2500" b="1" spc="345" dirty="0">
                <a:solidFill>
                  <a:srgbClr val="231F20"/>
                </a:solidFill>
                <a:latin typeface="Calibri"/>
                <a:cs typeface="Calibri"/>
              </a:rPr>
              <a:t>online</a:t>
            </a:r>
            <a:r>
              <a:rPr sz="2500" b="1" spc="52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2500" b="1" spc="305" dirty="0">
                <a:solidFill>
                  <a:srgbClr val="231F20"/>
                </a:solidFill>
                <a:latin typeface="Calibri"/>
                <a:cs typeface="Calibri"/>
              </a:rPr>
              <a:t>y</a:t>
            </a:r>
            <a:r>
              <a:rPr sz="2500" b="1" spc="52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2500" b="1" spc="210" dirty="0">
                <a:solidFill>
                  <a:srgbClr val="231F20"/>
                </a:solidFill>
                <a:latin typeface="Calibri"/>
                <a:cs typeface="Calibri"/>
              </a:rPr>
              <a:t>la </a:t>
            </a:r>
            <a:r>
              <a:rPr sz="2500" b="1" spc="420" dirty="0">
                <a:solidFill>
                  <a:srgbClr val="231F20"/>
                </a:solidFill>
                <a:latin typeface="Calibri"/>
                <a:cs typeface="Calibri"/>
              </a:rPr>
              <a:t>generación</a:t>
            </a:r>
            <a:r>
              <a:rPr sz="2500" b="1" spc="530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2500" b="1" spc="380" dirty="0">
                <a:solidFill>
                  <a:srgbClr val="231F20"/>
                </a:solidFill>
                <a:latin typeface="Calibri"/>
                <a:cs typeface="Calibri"/>
              </a:rPr>
              <a:t>de</a:t>
            </a:r>
            <a:r>
              <a:rPr sz="2500" b="1" spc="53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2500" b="1" spc="440" dirty="0">
                <a:solidFill>
                  <a:srgbClr val="231F20"/>
                </a:solidFill>
                <a:latin typeface="Calibri"/>
                <a:cs typeface="Calibri"/>
              </a:rPr>
              <a:t>certificados</a:t>
            </a:r>
            <a:r>
              <a:rPr sz="2500" b="1" spc="535" dirty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sz="2500" b="1" spc="254" dirty="0">
                <a:solidFill>
                  <a:srgbClr val="231F20"/>
                </a:solidFill>
                <a:latin typeface="Calibri"/>
                <a:cs typeface="Calibri"/>
              </a:rPr>
              <a:t>y </a:t>
            </a:r>
            <a:r>
              <a:rPr sz="2500" b="1" spc="430" dirty="0">
                <a:solidFill>
                  <a:srgbClr val="231F20"/>
                </a:solidFill>
                <a:latin typeface="Calibri"/>
                <a:cs typeface="Calibri"/>
              </a:rPr>
              <a:t>documentos.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20749" y="3633095"/>
            <a:ext cx="4859020" cy="4367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30"/>
              </a:spcBef>
            </a:pPr>
            <a:endParaRPr sz="2950">
              <a:latin typeface="Times New Roman"/>
              <a:cs typeface="Times New Roman"/>
            </a:endParaRPr>
          </a:p>
          <a:p>
            <a:pPr marL="815340" marR="807720" indent="243204">
              <a:lnSpc>
                <a:spcPct val="114399"/>
              </a:lnSpc>
              <a:tabLst>
                <a:tab pos="3020060" algn="l"/>
              </a:tabLst>
            </a:pPr>
            <a:r>
              <a:rPr sz="2950" b="1" spc="450" dirty="0">
                <a:solidFill>
                  <a:srgbClr val="FDFAFA"/>
                </a:solidFill>
                <a:latin typeface="Calibri"/>
                <a:cs typeface="Calibri"/>
              </a:rPr>
              <a:t>SISTEMA</a:t>
            </a:r>
            <a:r>
              <a:rPr sz="2950" b="1" dirty="0">
                <a:solidFill>
                  <a:srgbClr val="FDFAFA"/>
                </a:solidFill>
                <a:latin typeface="Calibri"/>
                <a:cs typeface="Calibri"/>
              </a:rPr>
              <a:t>	</a:t>
            </a:r>
            <a:r>
              <a:rPr sz="2950" b="1" spc="415" dirty="0">
                <a:solidFill>
                  <a:srgbClr val="FDFAFA"/>
                </a:solidFill>
                <a:latin typeface="Calibri"/>
                <a:cs typeface="Calibri"/>
              </a:rPr>
              <a:t>WEB </a:t>
            </a:r>
            <a:r>
              <a:rPr sz="2950" b="1" spc="515" dirty="0">
                <a:solidFill>
                  <a:srgbClr val="FDFAFA"/>
                </a:solidFill>
                <a:latin typeface="Calibri"/>
                <a:cs typeface="Calibri"/>
              </a:rPr>
              <a:t>CENTRALIZADO</a:t>
            </a:r>
            <a:endParaRPr sz="2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57" y="0"/>
            <a:ext cx="21979255" cy="10287000"/>
            <a:chOff x="-6057" y="0"/>
            <a:chExt cx="2197925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6057" y="5596974"/>
              <a:ext cx="21979094" cy="468979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5510" y="5698576"/>
              <a:ext cx="4124324" cy="2952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900352" y="3208530"/>
              <a:ext cx="4114800" cy="2490470"/>
            </a:xfrm>
            <a:custGeom>
              <a:avLst/>
              <a:gdLst/>
              <a:ahLst/>
              <a:cxnLst/>
              <a:rect l="l" t="t" r="r" b="b"/>
              <a:pathLst>
                <a:path w="4114800" h="2490470">
                  <a:moveTo>
                    <a:pt x="4114413" y="2490047"/>
                  </a:moveTo>
                  <a:lnTo>
                    <a:pt x="0" y="2490047"/>
                  </a:lnTo>
                  <a:lnTo>
                    <a:pt x="0" y="0"/>
                  </a:lnTo>
                  <a:lnTo>
                    <a:pt x="4114413" y="0"/>
                  </a:lnTo>
                  <a:lnTo>
                    <a:pt x="4114413" y="249004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0190" y="5698576"/>
              <a:ext cx="4124324" cy="2952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95033" y="3208530"/>
              <a:ext cx="4114800" cy="2490470"/>
            </a:xfrm>
            <a:custGeom>
              <a:avLst/>
              <a:gdLst/>
              <a:ahLst/>
              <a:cxnLst/>
              <a:rect l="l" t="t" r="r" b="b"/>
              <a:pathLst>
                <a:path w="4114800" h="2490470">
                  <a:moveTo>
                    <a:pt x="4114413" y="2490047"/>
                  </a:moveTo>
                  <a:lnTo>
                    <a:pt x="0" y="2490047"/>
                  </a:lnTo>
                  <a:lnTo>
                    <a:pt x="0" y="0"/>
                  </a:lnTo>
                  <a:lnTo>
                    <a:pt x="4114413" y="0"/>
                  </a:lnTo>
                  <a:lnTo>
                    <a:pt x="4114413" y="249004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4468" y="5698576"/>
              <a:ext cx="4124324" cy="2952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89302" y="2183954"/>
              <a:ext cx="12693650" cy="3514725"/>
            </a:xfrm>
            <a:custGeom>
              <a:avLst/>
              <a:gdLst/>
              <a:ahLst/>
              <a:cxnLst/>
              <a:rect l="l" t="t" r="r" b="b"/>
              <a:pathLst>
                <a:path w="12693650" h="3514725">
                  <a:moveTo>
                    <a:pt x="4114419" y="1024585"/>
                  </a:moveTo>
                  <a:lnTo>
                    <a:pt x="3081172" y="1024585"/>
                  </a:lnTo>
                  <a:lnTo>
                    <a:pt x="3080067" y="976350"/>
                  </a:lnTo>
                  <a:lnTo>
                    <a:pt x="3076752" y="928687"/>
                  </a:lnTo>
                  <a:lnTo>
                    <a:pt x="3071291" y="881659"/>
                  </a:lnTo>
                  <a:lnTo>
                    <a:pt x="3063722" y="835291"/>
                  </a:lnTo>
                  <a:lnTo>
                    <a:pt x="3054121" y="789660"/>
                  </a:lnTo>
                  <a:lnTo>
                    <a:pt x="3042501" y="744778"/>
                  </a:lnTo>
                  <a:lnTo>
                    <a:pt x="3028937" y="700735"/>
                  </a:lnTo>
                  <a:lnTo>
                    <a:pt x="3013481" y="657555"/>
                  </a:lnTo>
                  <a:lnTo>
                    <a:pt x="2996158" y="615289"/>
                  </a:lnTo>
                  <a:lnTo>
                    <a:pt x="2977032" y="574001"/>
                  </a:lnTo>
                  <a:lnTo>
                    <a:pt x="2956153" y="533717"/>
                  </a:lnTo>
                  <a:lnTo>
                    <a:pt x="2933573" y="494499"/>
                  </a:lnTo>
                  <a:lnTo>
                    <a:pt x="2909341" y="456412"/>
                  </a:lnTo>
                  <a:lnTo>
                    <a:pt x="2883497" y="419481"/>
                  </a:lnTo>
                  <a:lnTo>
                    <a:pt x="2856090" y="383755"/>
                  </a:lnTo>
                  <a:lnTo>
                    <a:pt x="2827172" y="349300"/>
                  </a:lnTo>
                  <a:lnTo>
                    <a:pt x="2796806" y="316153"/>
                  </a:lnTo>
                  <a:lnTo>
                    <a:pt x="2765018" y="284378"/>
                  </a:lnTo>
                  <a:lnTo>
                    <a:pt x="2731871" y="254000"/>
                  </a:lnTo>
                  <a:lnTo>
                    <a:pt x="2697416" y="225082"/>
                  </a:lnTo>
                  <a:lnTo>
                    <a:pt x="2661704" y="197688"/>
                  </a:lnTo>
                  <a:lnTo>
                    <a:pt x="2624759" y="171831"/>
                  </a:lnTo>
                  <a:lnTo>
                    <a:pt x="2586672" y="147599"/>
                  </a:lnTo>
                  <a:lnTo>
                    <a:pt x="2547455" y="125018"/>
                  </a:lnTo>
                  <a:lnTo>
                    <a:pt x="2507183" y="104140"/>
                  </a:lnTo>
                  <a:lnTo>
                    <a:pt x="2465882" y="85013"/>
                  </a:lnTo>
                  <a:lnTo>
                    <a:pt x="2423617" y="67691"/>
                  </a:lnTo>
                  <a:lnTo>
                    <a:pt x="2380437" y="52235"/>
                  </a:lnTo>
                  <a:lnTo>
                    <a:pt x="2336393" y="38671"/>
                  </a:lnTo>
                  <a:lnTo>
                    <a:pt x="2291524" y="27063"/>
                  </a:lnTo>
                  <a:lnTo>
                    <a:pt x="2245880" y="17449"/>
                  </a:lnTo>
                  <a:lnTo>
                    <a:pt x="2199513" y="9893"/>
                  </a:lnTo>
                  <a:lnTo>
                    <a:pt x="2152485" y="4419"/>
                  </a:lnTo>
                  <a:lnTo>
                    <a:pt x="2104821" y="1117"/>
                  </a:lnTo>
                  <a:lnTo>
                    <a:pt x="2056587" y="0"/>
                  </a:lnTo>
                  <a:lnTo>
                    <a:pt x="2008365" y="1117"/>
                  </a:lnTo>
                  <a:lnTo>
                    <a:pt x="1960702" y="4419"/>
                  </a:lnTo>
                  <a:lnTo>
                    <a:pt x="1913661" y="9893"/>
                  </a:lnTo>
                  <a:lnTo>
                    <a:pt x="1867306" y="17449"/>
                  </a:lnTo>
                  <a:lnTo>
                    <a:pt x="1821662" y="27063"/>
                  </a:lnTo>
                  <a:lnTo>
                    <a:pt x="1776793" y="38671"/>
                  </a:lnTo>
                  <a:lnTo>
                    <a:pt x="1732749" y="52235"/>
                  </a:lnTo>
                  <a:lnTo>
                    <a:pt x="1689557" y="67691"/>
                  </a:lnTo>
                  <a:lnTo>
                    <a:pt x="1647304" y="85013"/>
                  </a:lnTo>
                  <a:lnTo>
                    <a:pt x="1606003" y="104140"/>
                  </a:lnTo>
                  <a:lnTo>
                    <a:pt x="1565732" y="125018"/>
                  </a:lnTo>
                  <a:lnTo>
                    <a:pt x="1526514" y="147599"/>
                  </a:lnTo>
                  <a:lnTo>
                    <a:pt x="1488414" y="171831"/>
                  </a:lnTo>
                  <a:lnTo>
                    <a:pt x="1451483" y="197688"/>
                  </a:lnTo>
                  <a:lnTo>
                    <a:pt x="1415770" y="225082"/>
                  </a:lnTo>
                  <a:lnTo>
                    <a:pt x="1381315" y="254000"/>
                  </a:lnTo>
                  <a:lnTo>
                    <a:pt x="1348168" y="284378"/>
                  </a:lnTo>
                  <a:lnTo>
                    <a:pt x="1316380" y="316153"/>
                  </a:lnTo>
                  <a:lnTo>
                    <a:pt x="1286014" y="349300"/>
                  </a:lnTo>
                  <a:lnTo>
                    <a:pt x="1257096" y="383755"/>
                  </a:lnTo>
                  <a:lnTo>
                    <a:pt x="1229690" y="419481"/>
                  </a:lnTo>
                  <a:lnTo>
                    <a:pt x="1203845" y="456412"/>
                  </a:lnTo>
                  <a:lnTo>
                    <a:pt x="1179601" y="494499"/>
                  </a:lnTo>
                  <a:lnTo>
                    <a:pt x="1157020" y="533717"/>
                  </a:lnTo>
                  <a:lnTo>
                    <a:pt x="1136142" y="574001"/>
                  </a:lnTo>
                  <a:lnTo>
                    <a:pt x="1117028" y="615289"/>
                  </a:lnTo>
                  <a:lnTo>
                    <a:pt x="1099705" y="657555"/>
                  </a:lnTo>
                  <a:lnTo>
                    <a:pt x="1084237" y="700735"/>
                  </a:lnTo>
                  <a:lnTo>
                    <a:pt x="1070673" y="744778"/>
                  </a:lnTo>
                  <a:lnTo>
                    <a:pt x="1059065" y="789660"/>
                  </a:lnTo>
                  <a:lnTo>
                    <a:pt x="1049451" y="835291"/>
                  </a:lnTo>
                  <a:lnTo>
                    <a:pt x="1041895" y="881659"/>
                  </a:lnTo>
                  <a:lnTo>
                    <a:pt x="1036434" y="928687"/>
                  </a:lnTo>
                  <a:lnTo>
                    <a:pt x="1033119" y="976350"/>
                  </a:lnTo>
                  <a:lnTo>
                    <a:pt x="1032002" y="1024585"/>
                  </a:lnTo>
                  <a:lnTo>
                    <a:pt x="0" y="1024585"/>
                  </a:lnTo>
                  <a:lnTo>
                    <a:pt x="0" y="3514623"/>
                  </a:lnTo>
                  <a:lnTo>
                    <a:pt x="4114419" y="3514623"/>
                  </a:lnTo>
                  <a:lnTo>
                    <a:pt x="4114419" y="1024585"/>
                  </a:lnTo>
                  <a:close/>
                </a:path>
                <a:path w="12693650" h="3514725">
                  <a:moveTo>
                    <a:pt x="7879474" y="1024585"/>
                  </a:moveTo>
                  <a:lnTo>
                    <a:pt x="7878369" y="976350"/>
                  </a:lnTo>
                  <a:lnTo>
                    <a:pt x="7875054" y="928687"/>
                  </a:lnTo>
                  <a:lnTo>
                    <a:pt x="7869593" y="881659"/>
                  </a:lnTo>
                  <a:lnTo>
                    <a:pt x="7862024" y="835291"/>
                  </a:lnTo>
                  <a:lnTo>
                    <a:pt x="7852423" y="789660"/>
                  </a:lnTo>
                  <a:lnTo>
                    <a:pt x="7840802" y="744778"/>
                  </a:lnTo>
                  <a:lnTo>
                    <a:pt x="7827238" y="700735"/>
                  </a:lnTo>
                  <a:lnTo>
                    <a:pt x="7811783" y="657555"/>
                  </a:lnTo>
                  <a:lnTo>
                    <a:pt x="7794460" y="615289"/>
                  </a:lnTo>
                  <a:lnTo>
                    <a:pt x="7775334" y="574001"/>
                  </a:lnTo>
                  <a:lnTo>
                    <a:pt x="7754455" y="533717"/>
                  </a:lnTo>
                  <a:lnTo>
                    <a:pt x="7731874" y="494499"/>
                  </a:lnTo>
                  <a:lnTo>
                    <a:pt x="7707643" y="456412"/>
                  </a:lnTo>
                  <a:lnTo>
                    <a:pt x="7681798" y="419481"/>
                  </a:lnTo>
                  <a:lnTo>
                    <a:pt x="7654391" y="383755"/>
                  </a:lnTo>
                  <a:lnTo>
                    <a:pt x="7625474" y="349300"/>
                  </a:lnTo>
                  <a:lnTo>
                    <a:pt x="7595108" y="316153"/>
                  </a:lnTo>
                  <a:lnTo>
                    <a:pt x="7563320" y="284378"/>
                  </a:lnTo>
                  <a:lnTo>
                    <a:pt x="7530173" y="254000"/>
                  </a:lnTo>
                  <a:lnTo>
                    <a:pt x="7495718" y="225082"/>
                  </a:lnTo>
                  <a:lnTo>
                    <a:pt x="7460005" y="197688"/>
                  </a:lnTo>
                  <a:lnTo>
                    <a:pt x="7423061" y="171831"/>
                  </a:lnTo>
                  <a:lnTo>
                    <a:pt x="7384974" y="147599"/>
                  </a:lnTo>
                  <a:lnTo>
                    <a:pt x="7345756" y="125018"/>
                  </a:lnTo>
                  <a:lnTo>
                    <a:pt x="7305484" y="104140"/>
                  </a:lnTo>
                  <a:lnTo>
                    <a:pt x="7264184" y="85013"/>
                  </a:lnTo>
                  <a:lnTo>
                    <a:pt x="7221918" y="67691"/>
                  </a:lnTo>
                  <a:lnTo>
                    <a:pt x="7178738" y="52235"/>
                  </a:lnTo>
                  <a:lnTo>
                    <a:pt x="7134695" y="38671"/>
                  </a:lnTo>
                  <a:lnTo>
                    <a:pt x="7089826" y="27063"/>
                  </a:lnTo>
                  <a:lnTo>
                    <a:pt x="7044182" y="17449"/>
                  </a:lnTo>
                  <a:lnTo>
                    <a:pt x="6997814" y="9893"/>
                  </a:lnTo>
                  <a:lnTo>
                    <a:pt x="6950786" y="4419"/>
                  </a:lnTo>
                  <a:lnTo>
                    <a:pt x="6903123" y="1117"/>
                  </a:lnTo>
                  <a:lnTo>
                    <a:pt x="6854888" y="0"/>
                  </a:lnTo>
                  <a:lnTo>
                    <a:pt x="6806666" y="1117"/>
                  </a:lnTo>
                  <a:lnTo>
                    <a:pt x="6759003" y="4419"/>
                  </a:lnTo>
                  <a:lnTo>
                    <a:pt x="6711975" y="9893"/>
                  </a:lnTo>
                  <a:lnTo>
                    <a:pt x="6665608" y="17449"/>
                  </a:lnTo>
                  <a:lnTo>
                    <a:pt x="6619964" y="27063"/>
                  </a:lnTo>
                  <a:lnTo>
                    <a:pt x="6575095" y="38671"/>
                  </a:lnTo>
                  <a:lnTo>
                    <a:pt x="6531051" y="52235"/>
                  </a:lnTo>
                  <a:lnTo>
                    <a:pt x="6487871" y="67691"/>
                  </a:lnTo>
                  <a:lnTo>
                    <a:pt x="6445605" y="85013"/>
                  </a:lnTo>
                  <a:lnTo>
                    <a:pt x="6404305" y="104140"/>
                  </a:lnTo>
                  <a:lnTo>
                    <a:pt x="6364033" y="125018"/>
                  </a:lnTo>
                  <a:lnTo>
                    <a:pt x="6324816" y="147599"/>
                  </a:lnTo>
                  <a:lnTo>
                    <a:pt x="6286716" y="171831"/>
                  </a:lnTo>
                  <a:lnTo>
                    <a:pt x="6249784" y="197688"/>
                  </a:lnTo>
                  <a:lnTo>
                    <a:pt x="6214072" y="225082"/>
                  </a:lnTo>
                  <a:lnTo>
                    <a:pt x="6179617" y="254000"/>
                  </a:lnTo>
                  <a:lnTo>
                    <a:pt x="6146470" y="284378"/>
                  </a:lnTo>
                  <a:lnTo>
                    <a:pt x="6114681" y="316153"/>
                  </a:lnTo>
                  <a:lnTo>
                    <a:pt x="6084316" y="349300"/>
                  </a:lnTo>
                  <a:lnTo>
                    <a:pt x="6055398" y="383755"/>
                  </a:lnTo>
                  <a:lnTo>
                    <a:pt x="6027991" y="419481"/>
                  </a:lnTo>
                  <a:lnTo>
                    <a:pt x="6002147" y="456412"/>
                  </a:lnTo>
                  <a:lnTo>
                    <a:pt x="5977915" y="494499"/>
                  </a:lnTo>
                  <a:lnTo>
                    <a:pt x="5955322" y="533717"/>
                  </a:lnTo>
                  <a:lnTo>
                    <a:pt x="5934443" y="574001"/>
                  </a:lnTo>
                  <a:lnTo>
                    <a:pt x="5915330" y="615289"/>
                  </a:lnTo>
                  <a:lnTo>
                    <a:pt x="5898007" y="657555"/>
                  </a:lnTo>
                  <a:lnTo>
                    <a:pt x="5882538" y="700735"/>
                  </a:lnTo>
                  <a:lnTo>
                    <a:pt x="5868975" y="744778"/>
                  </a:lnTo>
                  <a:lnTo>
                    <a:pt x="5857367" y="789660"/>
                  </a:lnTo>
                  <a:lnTo>
                    <a:pt x="5847753" y="835291"/>
                  </a:lnTo>
                  <a:lnTo>
                    <a:pt x="5840196" y="881659"/>
                  </a:lnTo>
                  <a:lnTo>
                    <a:pt x="5834735" y="928687"/>
                  </a:lnTo>
                  <a:lnTo>
                    <a:pt x="5831421" y="976350"/>
                  </a:lnTo>
                  <a:lnTo>
                    <a:pt x="5830303" y="1024585"/>
                  </a:lnTo>
                  <a:lnTo>
                    <a:pt x="5831421" y="1072819"/>
                  </a:lnTo>
                  <a:lnTo>
                    <a:pt x="5834735" y="1120470"/>
                  </a:lnTo>
                  <a:lnTo>
                    <a:pt x="5840196" y="1167511"/>
                  </a:lnTo>
                  <a:lnTo>
                    <a:pt x="5847753" y="1213866"/>
                  </a:lnTo>
                  <a:lnTo>
                    <a:pt x="5857367" y="1259509"/>
                  </a:lnTo>
                  <a:lnTo>
                    <a:pt x="5868975" y="1304378"/>
                  </a:lnTo>
                  <a:lnTo>
                    <a:pt x="5882538" y="1348435"/>
                  </a:lnTo>
                  <a:lnTo>
                    <a:pt x="5898007" y="1391615"/>
                  </a:lnTo>
                  <a:lnTo>
                    <a:pt x="5915330" y="1433868"/>
                  </a:lnTo>
                  <a:lnTo>
                    <a:pt x="5934443" y="1475168"/>
                  </a:lnTo>
                  <a:lnTo>
                    <a:pt x="5955322" y="1515440"/>
                  </a:lnTo>
                  <a:lnTo>
                    <a:pt x="5977915" y="1554657"/>
                  </a:lnTo>
                  <a:lnTo>
                    <a:pt x="6002147" y="1592757"/>
                  </a:lnTo>
                  <a:lnTo>
                    <a:pt x="6027991" y="1629689"/>
                  </a:lnTo>
                  <a:lnTo>
                    <a:pt x="6055398" y="1665401"/>
                  </a:lnTo>
                  <a:lnTo>
                    <a:pt x="6084316" y="1699869"/>
                  </a:lnTo>
                  <a:lnTo>
                    <a:pt x="6114681" y="1733003"/>
                  </a:lnTo>
                  <a:lnTo>
                    <a:pt x="6146470" y="1764792"/>
                  </a:lnTo>
                  <a:lnTo>
                    <a:pt x="6179617" y="1795157"/>
                  </a:lnTo>
                  <a:lnTo>
                    <a:pt x="6214072" y="1824075"/>
                  </a:lnTo>
                  <a:lnTo>
                    <a:pt x="6249784" y="1851482"/>
                  </a:lnTo>
                  <a:lnTo>
                    <a:pt x="6286716" y="1877326"/>
                  </a:lnTo>
                  <a:lnTo>
                    <a:pt x="6324816" y="1901571"/>
                  </a:lnTo>
                  <a:lnTo>
                    <a:pt x="6364033" y="1924151"/>
                  </a:lnTo>
                  <a:lnTo>
                    <a:pt x="6404305" y="1945030"/>
                  </a:lnTo>
                  <a:lnTo>
                    <a:pt x="6445605" y="1964143"/>
                  </a:lnTo>
                  <a:lnTo>
                    <a:pt x="6487871" y="1981466"/>
                  </a:lnTo>
                  <a:lnTo>
                    <a:pt x="6531051" y="1996935"/>
                  </a:lnTo>
                  <a:lnTo>
                    <a:pt x="6575095" y="2010498"/>
                  </a:lnTo>
                  <a:lnTo>
                    <a:pt x="6619964" y="2022106"/>
                  </a:lnTo>
                  <a:lnTo>
                    <a:pt x="6665608" y="2031720"/>
                  </a:lnTo>
                  <a:lnTo>
                    <a:pt x="6711975" y="2039277"/>
                  </a:lnTo>
                  <a:lnTo>
                    <a:pt x="6759003" y="2044738"/>
                  </a:lnTo>
                  <a:lnTo>
                    <a:pt x="6806666" y="2048052"/>
                  </a:lnTo>
                  <a:lnTo>
                    <a:pt x="6854888" y="2049170"/>
                  </a:lnTo>
                  <a:lnTo>
                    <a:pt x="6903123" y="2048052"/>
                  </a:lnTo>
                  <a:lnTo>
                    <a:pt x="6950786" y="2044738"/>
                  </a:lnTo>
                  <a:lnTo>
                    <a:pt x="6997814" y="2039277"/>
                  </a:lnTo>
                  <a:lnTo>
                    <a:pt x="7044182" y="2031720"/>
                  </a:lnTo>
                  <a:lnTo>
                    <a:pt x="7089826" y="2022106"/>
                  </a:lnTo>
                  <a:lnTo>
                    <a:pt x="7134695" y="2010498"/>
                  </a:lnTo>
                  <a:lnTo>
                    <a:pt x="7178738" y="1996935"/>
                  </a:lnTo>
                  <a:lnTo>
                    <a:pt x="7221918" y="1981466"/>
                  </a:lnTo>
                  <a:lnTo>
                    <a:pt x="7264184" y="1964143"/>
                  </a:lnTo>
                  <a:lnTo>
                    <a:pt x="7305484" y="1945030"/>
                  </a:lnTo>
                  <a:lnTo>
                    <a:pt x="7345756" y="1924151"/>
                  </a:lnTo>
                  <a:lnTo>
                    <a:pt x="7384974" y="1901571"/>
                  </a:lnTo>
                  <a:lnTo>
                    <a:pt x="7423061" y="1877326"/>
                  </a:lnTo>
                  <a:lnTo>
                    <a:pt x="7460005" y="1851482"/>
                  </a:lnTo>
                  <a:lnTo>
                    <a:pt x="7495718" y="1824075"/>
                  </a:lnTo>
                  <a:lnTo>
                    <a:pt x="7530173" y="1795157"/>
                  </a:lnTo>
                  <a:lnTo>
                    <a:pt x="7563320" y="1764792"/>
                  </a:lnTo>
                  <a:lnTo>
                    <a:pt x="7595108" y="1733003"/>
                  </a:lnTo>
                  <a:lnTo>
                    <a:pt x="7625474" y="1699869"/>
                  </a:lnTo>
                  <a:lnTo>
                    <a:pt x="7654391" y="1665401"/>
                  </a:lnTo>
                  <a:lnTo>
                    <a:pt x="7681798" y="1629689"/>
                  </a:lnTo>
                  <a:lnTo>
                    <a:pt x="7707643" y="1592757"/>
                  </a:lnTo>
                  <a:lnTo>
                    <a:pt x="7731874" y="1554657"/>
                  </a:lnTo>
                  <a:lnTo>
                    <a:pt x="7754455" y="1515440"/>
                  </a:lnTo>
                  <a:lnTo>
                    <a:pt x="7775334" y="1475168"/>
                  </a:lnTo>
                  <a:lnTo>
                    <a:pt x="7794460" y="1433868"/>
                  </a:lnTo>
                  <a:lnTo>
                    <a:pt x="7811783" y="1391615"/>
                  </a:lnTo>
                  <a:lnTo>
                    <a:pt x="7827238" y="1348435"/>
                  </a:lnTo>
                  <a:lnTo>
                    <a:pt x="7840802" y="1304378"/>
                  </a:lnTo>
                  <a:lnTo>
                    <a:pt x="7852423" y="1259509"/>
                  </a:lnTo>
                  <a:lnTo>
                    <a:pt x="7862024" y="1213866"/>
                  </a:lnTo>
                  <a:lnTo>
                    <a:pt x="7869593" y="1167511"/>
                  </a:lnTo>
                  <a:lnTo>
                    <a:pt x="7875054" y="1120470"/>
                  </a:lnTo>
                  <a:lnTo>
                    <a:pt x="7878369" y="1072819"/>
                  </a:lnTo>
                  <a:lnTo>
                    <a:pt x="7879474" y="1024585"/>
                  </a:lnTo>
                  <a:close/>
                </a:path>
                <a:path w="12693650" h="3514725">
                  <a:moveTo>
                    <a:pt x="12693574" y="1024585"/>
                  </a:moveTo>
                  <a:lnTo>
                    <a:pt x="12692456" y="976350"/>
                  </a:lnTo>
                  <a:lnTo>
                    <a:pt x="12689142" y="928687"/>
                  </a:lnTo>
                  <a:lnTo>
                    <a:pt x="12683681" y="881659"/>
                  </a:lnTo>
                  <a:lnTo>
                    <a:pt x="12676124" y="835291"/>
                  </a:lnTo>
                  <a:lnTo>
                    <a:pt x="12666510" y="789660"/>
                  </a:lnTo>
                  <a:lnTo>
                    <a:pt x="12654902" y="744778"/>
                  </a:lnTo>
                  <a:lnTo>
                    <a:pt x="12641339" y="700735"/>
                  </a:lnTo>
                  <a:lnTo>
                    <a:pt x="12625870" y="657555"/>
                  </a:lnTo>
                  <a:lnTo>
                    <a:pt x="12608547" y="615289"/>
                  </a:lnTo>
                  <a:lnTo>
                    <a:pt x="12589434" y="574001"/>
                  </a:lnTo>
                  <a:lnTo>
                    <a:pt x="12568555" y="533717"/>
                  </a:lnTo>
                  <a:lnTo>
                    <a:pt x="12545974" y="494499"/>
                  </a:lnTo>
                  <a:lnTo>
                    <a:pt x="12521730" y="456412"/>
                  </a:lnTo>
                  <a:lnTo>
                    <a:pt x="12495886" y="419481"/>
                  </a:lnTo>
                  <a:lnTo>
                    <a:pt x="12468479" y="383755"/>
                  </a:lnTo>
                  <a:lnTo>
                    <a:pt x="12439561" y="349300"/>
                  </a:lnTo>
                  <a:lnTo>
                    <a:pt x="12409195" y="316153"/>
                  </a:lnTo>
                  <a:lnTo>
                    <a:pt x="12377407" y="284378"/>
                  </a:lnTo>
                  <a:lnTo>
                    <a:pt x="12344260" y="254000"/>
                  </a:lnTo>
                  <a:lnTo>
                    <a:pt x="12309805" y="225082"/>
                  </a:lnTo>
                  <a:lnTo>
                    <a:pt x="12274093" y="197688"/>
                  </a:lnTo>
                  <a:lnTo>
                    <a:pt x="12237161" y="171831"/>
                  </a:lnTo>
                  <a:lnTo>
                    <a:pt x="12199061" y="147599"/>
                  </a:lnTo>
                  <a:lnTo>
                    <a:pt x="12159844" y="125018"/>
                  </a:lnTo>
                  <a:lnTo>
                    <a:pt x="12119572" y="104140"/>
                  </a:lnTo>
                  <a:lnTo>
                    <a:pt x="12078272" y="85013"/>
                  </a:lnTo>
                  <a:lnTo>
                    <a:pt x="12036019" y="67691"/>
                  </a:lnTo>
                  <a:lnTo>
                    <a:pt x="11992826" y="52235"/>
                  </a:lnTo>
                  <a:lnTo>
                    <a:pt x="11948782" y="38671"/>
                  </a:lnTo>
                  <a:lnTo>
                    <a:pt x="11903913" y="27063"/>
                  </a:lnTo>
                  <a:lnTo>
                    <a:pt x="11858269" y="17449"/>
                  </a:lnTo>
                  <a:lnTo>
                    <a:pt x="11811914" y="9893"/>
                  </a:lnTo>
                  <a:lnTo>
                    <a:pt x="11764874" y="4419"/>
                  </a:lnTo>
                  <a:lnTo>
                    <a:pt x="11717211" y="1117"/>
                  </a:lnTo>
                  <a:lnTo>
                    <a:pt x="11668989" y="0"/>
                  </a:lnTo>
                  <a:lnTo>
                    <a:pt x="11620754" y="1117"/>
                  </a:lnTo>
                  <a:lnTo>
                    <a:pt x="11573091" y="4419"/>
                  </a:lnTo>
                  <a:lnTo>
                    <a:pt x="11526063" y="9893"/>
                  </a:lnTo>
                  <a:lnTo>
                    <a:pt x="11479695" y="17449"/>
                  </a:lnTo>
                  <a:lnTo>
                    <a:pt x="11434051" y="27063"/>
                  </a:lnTo>
                  <a:lnTo>
                    <a:pt x="11389182" y="38671"/>
                  </a:lnTo>
                  <a:lnTo>
                    <a:pt x="11345139" y="52235"/>
                  </a:lnTo>
                  <a:lnTo>
                    <a:pt x="11301959" y="67691"/>
                  </a:lnTo>
                  <a:lnTo>
                    <a:pt x="11259693" y="85013"/>
                  </a:lnTo>
                  <a:lnTo>
                    <a:pt x="11218393" y="104140"/>
                  </a:lnTo>
                  <a:lnTo>
                    <a:pt x="11178121" y="125018"/>
                  </a:lnTo>
                  <a:lnTo>
                    <a:pt x="11138903" y="147599"/>
                  </a:lnTo>
                  <a:lnTo>
                    <a:pt x="11100816" y="171831"/>
                  </a:lnTo>
                  <a:lnTo>
                    <a:pt x="11063884" y="197688"/>
                  </a:lnTo>
                  <a:lnTo>
                    <a:pt x="11028159" y="225082"/>
                  </a:lnTo>
                  <a:lnTo>
                    <a:pt x="10993704" y="254000"/>
                  </a:lnTo>
                  <a:lnTo>
                    <a:pt x="10960557" y="284378"/>
                  </a:lnTo>
                  <a:lnTo>
                    <a:pt x="10928782" y="316153"/>
                  </a:lnTo>
                  <a:lnTo>
                    <a:pt x="10898403" y="349300"/>
                  </a:lnTo>
                  <a:lnTo>
                    <a:pt x="10869486" y="383755"/>
                  </a:lnTo>
                  <a:lnTo>
                    <a:pt x="10842092" y="419481"/>
                  </a:lnTo>
                  <a:lnTo>
                    <a:pt x="10816234" y="456412"/>
                  </a:lnTo>
                  <a:lnTo>
                    <a:pt x="10792003" y="494499"/>
                  </a:lnTo>
                  <a:lnTo>
                    <a:pt x="10769422" y="533717"/>
                  </a:lnTo>
                  <a:lnTo>
                    <a:pt x="10748543" y="574001"/>
                  </a:lnTo>
                  <a:lnTo>
                    <a:pt x="10729417" y="615289"/>
                  </a:lnTo>
                  <a:lnTo>
                    <a:pt x="10712094" y="657555"/>
                  </a:lnTo>
                  <a:lnTo>
                    <a:pt x="10696639" y="700735"/>
                  </a:lnTo>
                  <a:lnTo>
                    <a:pt x="10683075" y="744778"/>
                  </a:lnTo>
                  <a:lnTo>
                    <a:pt x="10671467" y="789660"/>
                  </a:lnTo>
                  <a:lnTo>
                    <a:pt x="10661853" y="835291"/>
                  </a:lnTo>
                  <a:lnTo>
                    <a:pt x="10654284" y="881659"/>
                  </a:lnTo>
                  <a:lnTo>
                    <a:pt x="10648823" y="928687"/>
                  </a:lnTo>
                  <a:lnTo>
                    <a:pt x="10645521" y="976350"/>
                  </a:lnTo>
                  <a:lnTo>
                    <a:pt x="10644403" y="1024585"/>
                  </a:lnTo>
                  <a:lnTo>
                    <a:pt x="10645521" y="1072819"/>
                  </a:lnTo>
                  <a:lnTo>
                    <a:pt x="10648823" y="1120470"/>
                  </a:lnTo>
                  <a:lnTo>
                    <a:pt x="10654284" y="1167511"/>
                  </a:lnTo>
                  <a:lnTo>
                    <a:pt x="10661853" y="1213866"/>
                  </a:lnTo>
                  <a:lnTo>
                    <a:pt x="10671467" y="1259509"/>
                  </a:lnTo>
                  <a:lnTo>
                    <a:pt x="10683075" y="1304378"/>
                  </a:lnTo>
                  <a:lnTo>
                    <a:pt x="10696639" y="1348435"/>
                  </a:lnTo>
                  <a:lnTo>
                    <a:pt x="10712094" y="1391615"/>
                  </a:lnTo>
                  <a:lnTo>
                    <a:pt x="10729417" y="1433868"/>
                  </a:lnTo>
                  <a:lnTo>
                    <a:pt x="10748543" y="1475168"/>
                  </a:lnTo>
                  <a:lnTo>
                    <a:pt x="10769422" y="1515440"/>
                  </a:lnTo>
                  <a:lnTo>
                    <a:pt x="10792003" y="1554657"/>
                  </a:lnTo>
                  <a:lnTo>
                    <a:pt x="10816234" y="1592757"/>
                  </a:lnTo>
                  <a:lnTo>
                    <a:pt x="10842092" y="1629689"/>
                  </a:lnTo>
                  <a:lnTo>
                    <a:pt x="10869486" y="1665401"/>
                  </a:lnTo>
                  <a:lnTo>
                    <a:pt x="10898403" y="1699869"/>
                  </a:lnTo>
                  <a:lnTo>
                    <a:pt x="10928782" y="1733003"/>
                  </a:lnTo>
                  <a:lnTo>
                    <a:pt x="10960557" y="1764792"/>
                  </a:lnTo>
                  <a:lnTo>
                    <a:pt x="10993704" y="1795157"/>
                  </a:lnTo>
                  <a:lnTo>
                    <a:pt x="11028159" y="1824075"/>
                  </a:lnTo>
                  <a:lnTo>
                    <a:pt x="11063884" y="1851482"/>
                  </a:lnTo>
                  <a:lnTo>
                    <a:pt x="11100816" y="1877326"/>
                  </a:lnTo>
                  <a:lnTo>
                    <a:pt x="11138903" y="1901571"/>
                  </a:lnTo>
                  <a:lnTo>
                    <a:pt x="11178121" y="1924151"/>
                  </a:lnTo>
                  <a:lnTo>
                    <a:pt x="11218393" y="1945030"/>
                  </a:lnTo>
                  <a:lnTo>
                    <a:pt x="11259693" y="1964143"/>
                  </a:lnTo>
                  <a:lnTo>
                    <a:pt x="11301959" y="1981466"/>
                  </a:lnTo>
                  <a:lnTo>
                    <a:pt x="11345139" y="1996935"/>
                  </a:lnTo>
                  <a:lnTo>
                    <a:pt x="11389182" y="2010498"/>
                  </a:lnTo>
                  <a:lnTo>
                    <a:pt x="11434051" y="2022106"/>
                  </a:lnTo>
                  <a:lnTo>
                    <a:pt x="11479695" y="2031720"/>
                  </a:lnTo>
                  <a:lnTo>
                    <a:pt x="11526063" y="2039277"/>
                  </a:lnTo>
                  <a:lnTo>
                    <a:pt x="11573091" y="2044738"/>
                  </a:lnTo>
                  <a:lnTo>
                    <a:pt x="11620754" y="2048052"/>
                  </a:lnTo>
                  <a:lnTo>
                    <a:pt x="11668989" y="2049170"/>
                  </a:lnTo>
                  <a:lnTo>
                    <a:pt x="11717211" y="2048052"/>
                  </a:lnTo>
                  <a:lnTo>
                    <a:pt x="11764874" y="2044738"/>
                  </a:lnTo>
                  <a:lnTo>
                    <a:pt x="11811914" y="2039277"/>
                  </a:lnTo>
                  <a:lnTo>
                    <a:pt x="11858269" y="2031720"/>
                  </a:lnTo>
                  <a:lnTo>
                    <a:pt x="11903913" y="2022106"/>
                  </a:lnTo>
                  <a:lnTo>
                    <a:pt x="11948782" y="2010498"/>
                  </a:lnTo>
                  <a:lnTo>
                    <a:pt x="11992826" y="1996935"/>
                  </a:lnTo>
                  <a:lnTo>
                    <a:pt x="12036019" y="1981466"/>
                  </a:lnTo>
                  <a:lnTo>
                    <a:pt x="12078272" y="1964143"/>
                  </a:lnTo>
                  <a:lnTo>
                    <a:pt x="12119572" y="1945030"/>
                  </a:lnTo>
                  <a:lnTo>
                    <a:pt x="12159844" y="1924151"/>
                  </a:lnTo>
                  <a:lnTo>
                    <a:pt x="12199061" y="1901571"/>
                  </a:lnTo>
                  <a:lnTo>
                    <a:pt x="12237161" y="1877326"/>
                  </a:lnTo>
                  <a:lnTo>
                    <a:pt x="12274093" y="1851482"/>
                  </a:lnTo>
                  <a:lnTo>
                    <a:pt x="12309805" y="1824075"/>
                  </a:lnTo>
                  <a:lnTo>
                    <a:pt x="12344260" y="1795157"/>
                  </a:lnTo>
                  <a:lnTo>
                    <a:pt x="12377407" y="1764792"/>
                  </a:lnTo>
                  <a:lnTo>
                    <a:pt x="12409195" y="1733003"/>
                  </a:lnTo>
                  <a:lnTo>
                    <a:pt x="12439561" y="1699869"/>
                  </a:lnTo>
                  <a:lnTo>
                    <a:pt x="12468479" y="1665401"/>
                  </a:lnTo>
                  <a:lnTo>
                    <a:pt x="12495886" y="1629689"/>
                  </a:lnTo>
                  <a:lnTo>
                    <a:pt x="12521730" y="1592757"/>
                  </a:lnTo>
                  <a:lnTo>
                    <a:pt x="12545974" y="1554657"/>
                  </a:lnTo>
                  <a:lnTo>
                    <a:pt x="12568555" y="1515440"/>
                  </a:lnTo>
                  <a:lnTo>
                    <a:pt x="12589434" y="1475168"/>
                  </a:lnTo>
                  <a:lnTo>
                    <a:pt x="12608547" y="1433868"/>
                  </a:lnTo>
                  <a:lnTo>
                    <a:pt x="12625870" y="1391615"/>
                  </a:lnTo>
                  <a:lnTo>
                    <a:pt x="12641339" y="1348435"/>
                  </a:lnTo>
                  <a:lnTo>
                    <a:pt x="12654902" y="1304378"/>
                  </a:lnTo>
                  <a:lnTo>
                    <a:pt x="12666510" y="1259509"/>
                  </a:lnTo>
                  <a:lnTo>
                    <a:pt x="12676124" y="1213866"/>
                  </a:lnTo>
                  <a:lnTo>
                    <a:pt x="12683681" y="1167511"/>
                  </a:lnTo>
                  <a:lnTo>
                    <a:pt x="12689142" y="1120470"/>
                  </a:lnTo>
                  <a:lnTo>
                    <a:pt x="12692456" y="1072819"/>
                  </a:lnTo>
                  <a:lnTo>
                    <a:pt x="12693574" y="1024585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19904" y="2700645"/>
            <a:ext cx="9970135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709160" algn="l"/>
                <a:tab pos="9519285" algn="l"/>
              </a:tabLst>
            </a:pPr>
            <a:r>
              <a:rPr sz="5850" i="1" spc="-123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5850" i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850" i="1" spc="33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5850" i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850" i="1" spc="42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585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065093" y="271658"/>
            <a:ext cx="14158594" cy="1463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693534" algn="l"/>
              </a:tabLst>
            </a:pPr>
            <a:r>
              <a:rPr spc="90" dirty="0"/>
              <a:t>OBJETIVO</a:t>
            </a:r>
            <a:r>
              <a:rPr spc="-830" dirty="0"/>
              <a:t>S</a:t>
            </a:r>
            <a:r>
              <a:rPr dirty="0"/>
              <a:t>	</a:t>
            </a:r>
            <a:r>
              <a:rPr spc="405" dirty="0"/>
              <a:t>ESPECÍFICO</a:t>
            </a:r>
            <a:r>
              <a:rPr spc="-515" dirty="0"/>
              <a:t>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93008" y="4088772"/>
            <a:ext cx="3505835" cy="14389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2000" spc="285" dirty="0">
                <a:solidFill>
                  <a:srgbClr val="FFFAFA"/>
                </a:solidFill>
                <a:latin typeface="Calibri"/>
                <a:cs typeface="Calibri"/>
              </a:rPr>
              <a:t>Centralizar</a:t>
            </a:r>
            <a:r>
              <a:rPr sz="2000" spc="475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FFFAFA"/>
                </a:solidFill>
                <a:latin typeface="Calibri"/>
                <a:cs typeface="Calibri"/>
              </a:rPr>
              <a:t>la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84"/>
              </a:spcBef>
            </a:pPr>
            <a:r>
              <a:rPr sz="2000" spc="290" dirty="0">
                <a:solidFill>
                  <a:srgbClr val="FFFAFA"/>
                </a:solidFill>
                <a:latin typeface="Calibri"/>
                <a:cs typeface="Calibri"/>
              </a:rPr>
              <a:t>información</a:t>
            </a:r>
            <a:r>
              <a:rPr sz="2000" spc="484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50" dirty="0">
                <a:solidFill>
                  <a:srgbClr val="FFFAFA"/>
                </a:solidFill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  <a:p>
            <a:pPr marL="12700" marR="5080" algn="ctr">
              <a:lnSpc>
                <a:spcPct val="115900"/>
              </a:lnSpc>
            </a:pPr>
            <a:r>
              <a:rPr sz="2000" spc="325" dirty="0">
                <a:solidFill>
                  <a:srgbClr val="FFFAFA"/>
                </a:solidFill>
                <a:latin typeface="Calibri"/>
                <a:cs typeface="Calibri"/>
              </a:rPr>
              <a:t>pacientes</a:t>
            </a:r>
            <a:r>
              <a:rPr sz="2000" spc="48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15" dirty="0">
                <a:solidFill>
                  <a:srgbClr val="FFFAFA"/>
                </a:solidFill>
                <a:latin typeface="Calibri"/>
                <a:cs typeface="Calibri"/>
              </a:rPr>
              <a:t>y</a:t>
            </a:r>
            <a:r>
              <a:rPr sz="2000" spc="48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85" dirty="0">
                <a:solidFill>
                  <a:srgbClr val="FFFAFA"/>
                </a:solidFill>
                <a:latin typeface="Calibri"/>
                <a:cs typeface="Calibri"/>
              </a:rPr>
              <a:t>propietarios </a:t>
            </a:r>
            <a:r>
              <a:rPr sz="2000" spc="225" dirty="0">
                <a:solidFill>
                  <a:srgbClr val="FFFAFA"/>
                </a:solidFill>
                <a:latin typeface="Calibri"/>
                <a:cs typeface="Calibri"/>
              </a:rPr>
              <a:t>en</a:t>
            </a:r>
            <a:r>
              <a:rPr sz="2000" spc="495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75" dirty="0">
                <a:solidFill>
                  <a:srgbClr val="FFFAFA"/>
                </a:solidFill>
                <a:latin typeface="Calibri"/>
                <a:cs typeface="Calibri"/>
              </a:rPr>
              <a:t>historiales</a:t>
            </a:r>
            <a:r>
              <a:rPr sz="2000" spc="25" dirty="0">
                <a:solidFill>
                  <a:srgbClr val="FFFAFA"/>
                </a:solidFill>
                <a:latin typeface="Calibri"/>
                <a:cs typeface="Calibri"/>
              </a:rPr>
              <a:t>  </a:t>
            </a:r>
            <a:r>
              <a:rPr sz="2000" spc="335" dirty="0">
                <a:solidFill>
                  <a:srgbClr val="FFFAFA"/>
                </a:solidFill>
                <a:latin typeface="Calibri"/>
                <a:cs typeface="Calibri"/>
              </a:rPr>
              <a:t>médicos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13057" y="4088772"/>
            <a:ext cx="3462020" cy="1438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5900"/>
              </a:lnSpc>
              <a:spcBef>
                <a:spcPts val="95"/>
              </a:spcBef>
            </a:pPr>
            <a:r>
              <a:rPr sz="2000" spc="300" dirty="0">
                <a:solidFill>
                  <a:srgbClr val="FFFAFA"/>
                </a:solidFill>
                <a:latin typeface="Calibri"/>
                <a:cs typeface="Calibri"/>
              </a:rPr>
              <a:t>Gestionar</a:t>
            </a:r>
            <a:r>
              <a:rPr sz="2000" spc="49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305" dirty="0">
                <a:solidFill>
                  <a:srgbClr val="FFFAFA"/>
                </a:solidFill>
                <a:latin typeface="Calibri"/>
                <a:cs typeface="Calibri"/>
              </a:rPr>
              <a:t>citas</a:t>
            </a:r>
            <a:r>
              <a:rPr sz="2000" spc="495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330" dirty="0">
                <a:solidFill>
                  <a:srgbClr val="FFFAFA"/>
                </a:solidFill>
                <a:latin typeface="Calibri"/>
                <a:cs typeface="Calibri"/>
              </a:rPr>
              <a:t>médicas </a:t>
            </a:r>
            <a:r>
              <a:rPr sz="2000" spc="310" dirty="0">
                <a:solidFill>
                  <a:srgbClr val="FFFAFA"/>
                </a:solidFill>
                <a:latin typeface="Calibri"/>
                <a:cs typeface="Calibri"/>
              </a:rPr>
              <a:t>con</a:t>
            </a:r>
            <a:r>
              <a:rPr sz="2000" spc="49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70" dirty="0">
                <a:solidFill>
                  <a:srgbClr val="FFFAFA"/>
                </a:solidFill>
                <a:latin typeface="Calibri"/>
                <a:cs typeface="Calibri"/>
              </a:rPr>
              <a:t>horarios</a:t>
            </a:r>
            <a:r>
              <a:rPr sz="2000" spc="495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AFA"/>
                </a:solidFill>
                <a:latin typeface="Calibri"/>
                <a:cs typeface="Calibri"/>
              </a:rPr>
              <a:t>f</a:t>
            </a:r>
            <a:r>
              <a:rPr sz="2000" spc="-254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75" dirty="0">
                <a:solidFill>
                  <a:srgbClr val="FFFAFA"/>
                </a:solidFill>
                <a:latin typeface="Calibri"/>
                <a:cs typeface="Calibri"/>
              </a:rPr>
              <a:t>lexibles</a:t>
            </a:r>
            <a:r>
              <a:rPr sz="2000" spc="495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165" dirty="0">
                <a:solidFill>
                  <a:srgbClr val="FFFAFA"/>
                </a:solidFill>
                <a:latin typeface="Calibri"/>
                <a:cs typeface="Calibri"/>
              </a:rPr>
              <a:t>y </a:t>
            </a:r>
            <a:r>
              <a:rPr sz="2000" spc="295" dirty="0">
                <a:solidFill>
                  <a:srgbClr val="FFFAFA"/>
                </a:solidFill>
                <a:latin typeface="Calibri"/>
                <a:cs typeface="Calibri"/>
              </a:rPr>
              <a:t>recordatorios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2000" spc="310" dirty="0">
                <a:solidFill>
                  <a:srgbClr val="FFFAFA"/>
                </a:solidFill>
                <a:latin typeface="Calibri"/>
                <a:cs typeface="Calibri"/>
              </a:rPr>
              <a:t>automáticos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35401" y="4088772"/>
            <a:ext cx="3428365" cy="10858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2000" spc="285" dirty="0">
                <a:solidFill>
                  <a:srgbClr val="FFFAFA"/>
                </a:solidFill>
                <a:latin typeface="Calibri"/>
                <a:cs typeface="Calibri"/>
              </a:rPr>
              <a:t>Generar</a:t>
            </a:r>
            <a:r>
              <a:rPr sz="2000" spc="25" dirty="0">
                <a:solidFill>
                  <a:srgbClr val="FFFAFA"/>
                </a:solidFill>
                <a:latin typeface="Calibri"/>
                <a:cs typeface="Calibri"/>
              </a:rPr>
              <a:t>  </a:t>
            </a:r>
            <a:r>
              <a:rPr sz="2000" spc="285" dirty="0">
                <a:solidFill>
                  <a:srgbClr val="FFFAFA"/>
                </a:solidFill>
                <a:latin typeface="Calibri"/>
                <a:cs typeface="Calibri"/>
              </a:rPr>
              <a:t>certificados,</a:t>
            </a:r>
            <a:endParaRPr sz="2000">
              <a:latin typeface="Calibri"/>
              <a:cs typeface="Calibri"/>
            </a:endParaRPr>
          </a:p>
          <a:p>
            <a:pPr marL="12700" marR="5080" algn="ctr">
              <a:lnSpc>
                <a:spcPct val="115900"/>
              </a:lnSpc>
            </a:pPr>
            <a:r>
              <a:rPr sz="2000" spc="320" dirty="0">
                <a:solidFill>
                  <a:srgbClr val="FFFAFA"/>
                </a:solidFill>
                <a:latin typeface="Calibri"/>
                <a:cs typeface="Calibri"/>
              </a:rPr>
              <a:t>recetas</a:t>
            </a:r>
            <a:r>
              <a:rPr sz="2000" spc="475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15" dirty="0">
                <a:solidFill>
                  <a:srgbClr val="FFFAFA"/>
                </a:solidFill>
                <a:latin typeface="Calibri"/>
                <a:cs typeface="Calibri"/>
              </a:rPr>
              <a:t>y</a:t>
            </a:r>
            <a:r>
              <a:rPr sz="2000" spc="475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320" dirty="0">
                <a:solidFill>
                  <a:srgbClr val="FFFAFA"/>
                </a:solidFill>
                <a:latin typeface="Calibri"/>
                <a:cs typeface="Calibri"/>
              </a:rPr>
              <a:t>presupuestos </a:t>
            </a:r>
            <a:r>
              <a:rPr sz="2000" spc="225" dirty="0">
                <a:solidFill>
                  <a:srgbClr val="FFFAFA"/>
                </a:solidFill>
                <a:latin typeface="Calibri"/>
                <a:cs typeface="Calibri"/>
              </a:rPr>
              <a:t>en</a:t>
            </a:r>
            <a:r>
              <a:rPr sz="2000" spc="484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80" dirty="0">
                <a:solidFill>
                  <a:srgbClr val="FFFAFA"/>
                </a:solidFill>
                <a:latin typeface="Calibri"/>
                <a:cs typeface="Calibri"/>
              </a:rPr>
              <a:t>formato</a:t>
            </a:r>
            <a:r>
              <a:rPr sz="2000" spc="49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54" dirty="0">
                <a:solidFill>
                  <a:srgbClr val="FFFAFA"/>
                </a:solidFill>
                <a:latin typeface="Calibri"/>
                <a:cs typeface="Calibri"/>
              </a:rPr>
              <a:t>digital</a:t>
            </a:r>
            <a:r>
              <a:rPr sz="2000" spc="49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75" dirty="0">
                <a:solidFill>
                  <a:srgbClr val="FFFAFA"/>
                </a:solidFill>
                <a:latin typeface="Calibri"/>
                <a:cs typeface="Calibri"/>
              </a:rPr>
              <a:t>(PDF)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89310" y="5993023"/>
            <a:ext cx="13740765" cy="3810000"/>
            <a:chOff x="2289310" y="5993023"/>
            <a:chExt cx="13740765" cy="381000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00352" y="9507654"/>
              <a:ext cx="4124324" cy="29527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915193" y="7017607"/>
              <a:ext cx="4114800" cy="2490470"/>
            </a:xfrm>
            <a:custGeom>
              <a:avLst/>
              <a:gdLst/>
              <a:ahLst/>
              <a:cxnLst/>
              <a:rect l="l" t="t" r="r" b="b"/>
              <a:pathLst>
                <a:path w="4114800" h="2490470">
                  <a:moveTo>
                    <a:pt x="4114413" y="2490047"/>
                  </a:moveTo>
                  <a:lnTo>
                    <a:pt x="0" y="2490047"/>
                  </a:lnTo>
                  <a:lnTo>
                    <a:pt x="0" y="0"/>
                  </a:lnTo>
                  <a:lnTo>
                    <a:pt x="4114413" y="0"/>
                  </a:lnTo>
                  <a:lnTo>
                    <a:pt x="4114413" y="249004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95033" y="9507654"/>
              <a:ext cx="4124324" cy="2952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109875" y="7017607"/>
              <a:ext cx="4114800" cy="2490470"/>
            </a:xfrm>
            <a:custGeom>
              <a:avLst/>
              <a:gdLst/>
              <a:ahLst/>
              <a:cxnLst/>
              <a:rect l="l" t="t" r="r" b="b"/>
              <a:pathLst>
                <a:path w="4114800" h="2490470">
                  <a:moveTo>
                    <a:pt x="4114413" y="2490047"/>
                  </a:moveTo>
                  <a:lnTo>
                    <a:pt x="0" y="2490047"/>
                  </a:lnTo>
                  <a:lnTo>
                    <a:pt x="0" y="0"/>
                  </a:lnTo>
                  <a:lnTo>
                    <a:pt x="4114413" y="0"/>
                  </a:lnTo>
                  <a:lnTo>
                    <a:pt x="4114413" y="249004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9310" y="9507654"/>
              <a:ext cx="4124324" cy="2952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304148" y="5993027"/>
              <a:ext cx="4114800" cy="3514725"/>
            </a:xfrm>
            <a:custGeom>
              <a:avLst/>
              <a:gdLst/>
              <a:ahLst/>
              <a:cxnLst/>
              <a:rect l="l" t="t" r="r" b="b"/>
              <a:pathLst>
                <a:path w="4114800" h="3514725">
                  <a:moveTo>
                    <a:pt x="4114406" y="1024585"/>
                  </a:moveTo>
                  <a:lnTo>
                    <a:pt x="3081172" y="1024585"/>
                  </a:lnTo>
                  <a:lnTo>
                    <a:pt x="3080054" y="976350"/>
                  </a:lnTo>
                  <a:lnTo>
                    <a:pt x="3076740" y="928700"/>
                  </a:lnTo>
                  <a:lnTo>
                    <a:pt x="3071279" y="881659"/>
                  </a:lnTo>
                  <a:lnTo>
                    <a:pt x="3063722" y="835304"/>
                  </a:lnTo>
                  <a:lnTo>
                    <a:pt x="3054108" y="789660"/>
                  </a:lnTo>
                  <a:lnTo>
                    <a:pt x="3042501" y="744791"/>
                  </a:lnTo>
                  <a:lnTo>
                    <a:pt x="3028937" y="700735"/>
                  </a:lnTo>
                  <a:lnTo>
                    <a:pt x="3013468" y="657555"/>
                  </a:lnTo>
                  <a:lnTo>
                    <a:pt x="2996158" y="615289"/>
                  </a:lnTo>
                  <a:lnTo>
                    <a:pt x="2977032" y="574001"/>
                  </a:lnTo>
                  <a:lnTo>
                    <a:pt x="2956153" y="533717"/>
                  </a:lnTo>
                  <a:lnTo>
                    <a:pt x="2933573" y="494512"/>
                  </a:lnTo>
                  <a:lnTo>
                    <a:pt x="2909328" y="456412"/>
                  </a:lnTo>
                  <a:lnTo>
                    <a:pt x="2883484" y="419481"/>
                  </a:lnTo>
                  <a:lnTo>
                    <a:pt x="2856077" y="383755"/>
                  </a:lnTo>
                  <a:lnTo>
                    <a:pt x="2827172" y="349300"/>
                  </a:lnTo>
                  <a:lnTo>
                    <a:pt x="2796794" y="316166"/>
                  </a:lnTo>
                  <a:lnTo>
                    <a:pt x="2765018" y="284378"/>
                  </a:lnTo>
                  <a:lnTo>
                    <a:pt x="2731871" y="254000"/>
                  </a:lnTo>
                  <a:lnTo>
                    <a:pt x="2697416" y="225094"/>
                  </a:lnTo>
                  <a:lnTo>
                    <a:pt x="2661691" y="197688"/>
                  </a:lnTo>
                  <a:lnTo>
                    <a:pt x="2624759" y="171843"/>
                  </a:lnTo>
                  <a:lnTo>
                    <a:pt x="2586659" y="147599"/>
                  </a:lnTo>
                  <a:lnTo>
                    <a:pt x="2547455" y="125018"/>
                  </a:lnTo>
                  <a:lnTo>
                    <a:pt x="2507170" y="104140"/>
                  </a:lnTo>
                  <a:lnTo>
                    <a:pt x="2465882" y="85013"/>
                  </a:lnTo>
                  <a:lnTo>
                    <a:pt x="2423617" y="67703"/>
                  </a:lnTo>
                  <a:lnTo>
                    <a:pt x="2380437" y="52235"/>
                  </a:lnTo>
                  <a:lnTo>
                    <a:pt x="2336381" y="38671"/>
                  </a:lnTo>
                  <a:lnTo>
                    <a:pt x="2291511" y="27063"/>
                  </a:lnTo>
                  <a:lnTo>
                    <a:pt x="2245880" y="17449"/>
                  </a:lnTo>
                  <a:lnTo>
                    <a:pt x="2199513" y="9893"/>
                  </a:lnTo>
                  <a:lnTo>
                    <a:pt x="2152472" y="4432"/>
                  </a:lnTo>
                  <a:lnTo>
                    <a:pt x="2104821" y="1117"/>
                  </a:lnTo>
                  <a:lnTo>
                    <a:pt x="2056587" y="0"/>
                  </a:lnTo>
                  <a:lnTo>
                    <a:pt x="2008352" y="1117"/>
                  </a:lnTo>
                  <a:lnTo>
                    <a:pt x="1960702" y="4432"/>
                  </a:lnTo>
                  <a:lnTo>
                    <a:pt x="1913661" y="9893"/>
                  </a:lnTo>
                  <a:lnTo>
                    <a:pt x="1867306" y="17449"/>
                  </a:lnTo>
                  <a:lnTo>
                    <a:pt x="1821662" y="27063"/>
                  </a:lnTo>
                  <a:lnTo>
                    <a:pt x="1776793" y="38671"/>
                  </a:lnTo>
                  <a:lnTo>
                    <a:pt x="1732737" y="52235"/>
                  </a:lnTo>
                  <a:lnTo>
                    <a:pt x="1689557" y="67703"/>
                  </a:lnTo>
                  <a:lnTo>
                    <a:pt x="1647291" y="85013"/>
                  </a:lnTo>
                  <a:lnTo>
                    <a:pt x="1606003" y="104140"/>
                  </a:lnTo>
                  <a:lnTo>
                    <a:pt x="1565719" y="125018"/>
                  </a:lnTo>
                  <a:lnTo>
                    <a:pt x="1526514" y="147599"/>
                  </a:lnTo>
                  <a:lnTo>
                    <a:pt x="1488414" y="171843"/>
                  </a:lnTo>
                  <a:lnTo>
                    <a:pt x="1451483" y="197688"/>
                  </a:lnTo>
                  <a:lnTo>
                    <a:pt x="1415757" y="225094"/>
                  </a:lnTo>
                  <a:lnTo>
                    <a:pt x="1381302" y="254000"/>
                  </a:lnTo>
                  <a:lnTo>
                    <a:pt x="1348168" y="284378"/>
                  </a:lnTo>
                  <a:lnTo>
                    <a:pt x="1316380" y="316166"/>
                  </a:lnTo>
                  <a:lnTo>
                    <a:pt x="1286002" y="349300"/>
                  </a:lnTo>
                  <a:lnTo>
                    <a:pt x="1257096" y="383755"/>
                  </a:lnTo>
                  <a:lnTo>
                    <a:pt x="1229690" y="419481"/>
                  </a:lnTo>
                  <a:lnTo>
                    <a:pt x="1203845" y="456412"/>
                  </a:lnTo>
                  <a:lnTo>
                    <a:pt x="1179601" y="494512"/>
                  </a:lnTo>
                  <a:lnTo>
                    <a:pt x="1157020" y="533717"/>
                  </a:lnTo>
                  <a:lnTo>
                    <a:pt x="1136142" y="574001"/>
                  </a:lnTo>
                  <a:lnTo>
                    <a:pt x="1117015" y="615289"/>
                  </a:lnTo>
                  <a:lnTo>
                    <a:pt x="1099705" y="657555"/>
                  </a:lnTo>
                  <a:lnTo>
                    <a:pt x="1084237" y="700735"/>
                  </a:lnTo>
                  <a:lnTo>
                    <a:pt x="1070673" y="744791"/>
                  </a:lnTo>
                  <a:lnTo>
                    <a:pt x="1059065" y="789660"/>
                  </a:lnTo>
                  <a:lnTo>
                    <a:pt x="1049451" y="835304"/>
                  </a:lnTo>
                  <a:lnTo>
                    <a:pt x="1041895" y="881659"/>
                  </a:lnTo>
                  <a:lnTo>
                    <a:pt x="1036434" y="928700"/>
                  </a:lnTo>
                  <a:lnTo>
                    <a:pt x="1033119" y="976350"/>
                  </a:lnTo>
                  <a:lnTo>
                    <a:pt x="1032002" y="1024585"/>
                  </a:lnTo>
                  <a:lnTo>
                    <a:pt x="0" y="1024585"/>
                  </a:lnTo>
                  <a:lnTo>
                    <a:pt x="0" y="3514636"/>
                  </a:lnTo>
                  <a:lnTo>
                    <a:pt x="4114406" y="3514636"/>
                  </a:lnTo>
                  <a:lnTo>
                    <a:pt x="4114406" y="1024585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21935" y="6509722"/>
            <a:ext cx="477520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i="1" spc="54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58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134459" y="5993023"/>
            <a:ext cx="2049780" cy="2049780"/>
          </a:xfrm>
          <a:custGeom>
            <a:avLst/>
            <a:gdLst/>
            <a:ahLst/>
            <a:cxnLst/>
            <a:rect l="l" t="t" r="r" b="b"/>
            <a:pathLst>
              <a:path w="2049779" h="2049779">
                <a:moveTo>
                  <a:pt x="1024584" y="2049167"/>
                </a:moveTo>
                <a:lnTo>
                  <a:pt x="976352" y="2048052"/>
                </a:lnTo>
                <a:lnTo>
                  <a:pt x="928694" y="2044739"/>
                </a:lnTo>
                <a:lnTo>
                  <a:pt x="881659" y="2039278"/>
                </a:lnTo>
                <a:lnTo>
                  <a:pt x="835297" y="2031718"/>
                </a:lnTo>
                <a:lnTo>
                  <a:pt x="789656" y="2022107"/>
                </a:lnTo>
                <a:lnTo>
                  <a:pt x="744786" y="2010496"/>
                </a:lnTo>
                <a:lnTo>
                  <a:pt x="700736" y="1996933"/>
                </a:lnTo>
                <a:lnTo>
                  <a:pt x="657555" y="1981468"/>
                </a:lnTo>
                <a:lnTo>
                  <a:pt x="615292" y="1964150"/>
                </a:lnTo>
                <a:lnTo>
                  <a:pt x="573997" y="1945028"/>
                </a:lnTo>
                <a:lnTo>
                  <a:pt x="533719" y="1924150"/>
                </a:lnTo>
                <a:lnTo>
                  <a:pt x="494507" y="1901568"/>
                </a:lnTo>
                <a:lnTo>
                  <a:pt x="456410" y="1877329"/>
                </a:lnTo>
                <a:lnTo>
                  <a:pt x="419478" y="1851482"/>
                </a:lnTo>
                <a:lnTo>
                  <a:pt x="383759" y="1824078"/>
                </a:lnTo>
                <a:lnTo>
                  <a:pt x="349302" y="1795165"/>
                </a:lnTo>
                <a:lnTo>
                  <a:pt x="316158" y="1764792"/>
                </a:lnTo>
                <a:lnTo>
                  <a:pt x="284375" y="1733009"/>
                </a:lnTo>
                <a:lnTo>
                  <a:pt x="254002" y="1699865"/>
                </a:lnTo>
                <a:lnTo>
                  <a:pt x="225089" y="1665409"/>
                </a:lnTo>
                <a:lnTo>
                  <a:pt x="197685" y="1629690"/>
                </a:lnTo>
                <a:lnTo>
                  <a:pt x="171838" y="1592757"/>
                </a:lnTo>
                <a:lnTo>
                  <a:pt x="147599" y="1554660"/>
                </a:lnTo>
                <a:lnTo>
                  <a:pt x="125017" y="1515448"/>
                </a:lnTo>
                <a:lnTo>
                  <a:pt x="104139" y="1475170"/>
                </a:lnTo>
                <a:lnTo>
                  <a:pt x="85017" y="1433875"/>
                </a:lnTo>
                <a:lnTo>
                  <a:pt x="67699" y="1391612"/>
                </a:lnTo>
                <a:lnTo>
                  <a:pt x="52233" y="1348431"/>
                </a:lnTo>
                <a:lnTo>
                  <a:pt x="38671" y="1304381"/>
                </a:lnTo>
                <a:lnTo>
                  <a:pt x="27059" y="1259511"/>
                </a:lnTo>
                <a:lnTo>
                  <a:pt x="17449" y="1213871"/>
                </a:lnTo>
                <a:lnTo>
                  <a:pt x="9889" y="1167508"/>
                </a:lnTo>
                <a:lnTo>
                  <a:pt x="4428" y="1120474"/>
                </a:lnTo>
                <a:lnTo>
                  <a:pt x="1115" y="1072816"/>
                </a:lnTo>
                <a:lnTo>
                  <a:pt x="0" y="1024584"/>
                </a:lnTo>
                <a:lnTo>
                  <a:pt x="1115" y="976352"/>
                </a:lnTo>
                <a:lnTo>
                  <a:pt x="4428" y="928694"/>
                </a:lnTo>
                <a:lnTo>
                  <a:pt x="9889" y="881659"/>
                </a:lnTo>
                <a:lnTo>
                  <a:pt x="17449" y="835297"/>
                </a:lnTo>
                <a:lnTo>
                  <a:pt x="27059" y="789656"/>
                </a:lnTo>
                <a:lnTo>
                  <a:pt x="38671" y="744786"/>
                </a:lnTo>
                <a:lnTo>
                  <a:pt x="52233" y="700736"/>
                </a:lnTo>
                <a:lnTo>
                  <a:pt x="67699" y="657555"/>
                </a:lnTo>
                <a:lnTo>
                  <a:pt x="85017" y="615293"/>
                </a:lnTo>
                <a:lnTo>
                  <a:pt x="104139" y="573998"/>
                </a:lnTo>
                <a:lnTo>
                  <a:pt x="125017" y="533719"/>
                </a:lnTo>
                <a:lnTo>
                  <a:pt x="147599" y="494507"/>
                </a:lnTo>
                <a:lnTo>
                  <a:pt x="171838" y="456410"/>
                </a:lnTo>
                <a:lnTo>
                  <a:pt x="197685" y="419478"/>
                </a:lnTo>
                <a:lnTo>
                  <a:pt x="225089" y="383759"/>
                </a:lnTo>
                <a:lnTo>
                  <a:pt x="254002" y="349302"/>
                </a:lnTo>
                <a:lnTo>
                  <a:pt x="284375" y="316158"/>
                </a:lnTo>
                <a:lnTo>
                  <a:pt x="316158" y="284375"/>
                </a:lnTo>
                <a:lnTo>
                  <a:pt x="349302" y="254002"/>
                </a:lnTo>
                <a:lnTo>
                  <a:pt x="383759" y="225089"/>
                </a:lnTo>
                <a:lnTo>
                  <a:pt x="419478" y="197685"/>
                </a:lnTo>
                <a:lnTo>
                  <a:pt x="456410" y="171839"/>
                </a:lnTo>
                <a:lnTo>
                  <a:pt x="494507" y="147599"/>
                </a:lnTo>
                <a:lnTo>
                  <a:pt x="533719" y="125017"/>
                </a:lnTo>
                <a:lnTo>
                  <a:pt x="573997" y="104139"/>
                </a:lnTo>
                <a:lnTo>
                  <a:pt x="615292" y="85017"/>
                </a:lnTo>
                <a:lnTo>
                  <a:pt x="657555" y="67699"/>
                </a:lnTo>
                <a:lnTo>
                  <a:pt x="700736" y="52234"/>
                </a:lnTo>
                <a:lnTo>
                  <a:pt x="744786" y="38671"/>
                </a:lnTo>
                <a:lnTo>
                  <a:pt x="789656" y="27060"/>
                </a:lnTo>
                <a:lnTo>
                  <a:pt x="835297" y="17449"/>
                </a:lnTo>
                <a:lnTo>
                  <a:pt x="881659" y="9889"/>
                </a:lnTo>
                <a:lnTo>
                  <a:pt x="928694" y="4428"/>
                </a:lnTo>
                <a:lnTo>
                  <a:pt x="976352" y="1115"/>
                </a:lnTo>
                <a:lnTo>
                  <a:pt x="1024584" y="0"/>
                </a:lnTo>
                <a:lnTo>
                  <a:pt x="1072816" y="1115"/>
                </a:lnTo>
                <a:lnTo>
                  <a:pt x="1120474" y="4428"/>
                </a:lnTo>
                <a:lnTo>
                  <a:pt x="1167508" y="9889"/>
                </a:lnTo>
                <a:lnTo>
                  <a:pt x="1213871" y="17449"/>
                </a:lnTo>
                <a:lnTo>
                  <a:pt x="1259512" y="27060"/>
                </a:lnTo>
                <a:lnTo>
                  <a:pt x="1304382" y="38671"/>
                </a:lnTo>
                <a:lnTo>
                  <a:pt x="1348432" y="52234"/>
                </a:lnTo>
                <a:lnTo>
                  <a:pt x="1391613" y="67699"/>
                </a:lnTo>
                <a:lnTo>
                  <a:pt x="1433875" y="85017"/>
                </a:lnTo>
                <a:lnTo>
                  <a:pt x="1475170" y="104139"/>
                </a:lnTo>
                <a:lnTo>
                  <a:pt x="1515448" y="125017"/>
                </a:lnTo>
                <a:lnTo>
                  <a:pt x="1554660" y="147599"/>
                </a:lnTo>
                <a:lnTo>
                  <a:pt x="1592757" y="171839"/>
                </a:lnTo>
                <a:lnTo>
                  <a:pt x="1629690" y="197685"/>
                </a:lnTo>
                <a:lnTo>
                  <a:pt x="1665409" y="225089"/>
                </a:lnTo>
                <a:lnTo>
                  <a:pt x="1699865" y="254002"/>
                </a:lnTo>
                <a:lnTo>
                  <a:pt x="1733009" y="284375"/>
                </a:lnTo>
                <a:lnTo>
                  <a:pt x="1764792" y="316158"/>
                </a:lnTo>
                <a:lnTo>
                  <a:pt x="1795165" y="349302"/>
                </a:lnTo>
                <a:lnTo>
                  <a:pt x="1824078" y="383759"/>
                </a:lnTo>
                <a:lnTo>
                  <a:pt x="1851483" y="419478"/>
                </a:lnTo>
                <a:lnTo>
                  <a:pt x="1877329" y="456410"/>
                </a:lnTo>
                <a:lnTo>
                  <a:pt x="1901568" y="494507"/>
                </a:lnTo>
                <a:lnTo>
                  <a:pt x="1924151" y="533719"/>
                </a:lnTo>
                <a:lnTo>
                  <a:pt x="1945028" y="573998"/>
                </a:lnTo>
                <a:lnTo>
                  <a:pt x="1964150" y="615293"/>
                </a:lnTo>
                <a:lnTo>
                  <a:pt x="1981469" y="657555"/>
                </a:lnTo>
                <a:lnTo>
                  <a:pt x="1996934" y="700736"/>
                </a:lnTo>
                <a:lnTo>
                  <a:pt x="2010497" y="744786"/>
                </a:lnTo>
                <a:lnTo>
                  <a:pt x="2022108" y="789656"/>
                </a:lnTo>
                <a:lnTo>
                  <a:pt x="2031718" y="835297"/>
                </a:lnTo>
                <a:lnTo>
                  <a:pt x="2039279" y="881659"/>
                </a:lnTo>
                <a:lnTo>
                  <a:pt x="2044740" y="928694"/>
                </a:lnTo>
                <a:lnTo>
                  <a:pt x="2048053" y="976352"/>
                </a:lnTo>
                <a:lnTo>
                  <a:pt x="2049168" y="1024584"/>
                </a:lnTo>
                <a:lnTo>
                  <a:pt x="2048053" y="1072816"/>
                </a:lnTo>
                <a:lnTo>
                  <a:pt x="2044740" y="1120474"/>
                </a:lnTo>
                <a:lnTo>
                  <a:pt x="2039279" y="1167508"/>
                </a:lnTo>
                <a:lnTo>
                  <a:pt x="2031718" y="1213871"/>
                </a:lnTo>
                <a:lnTo>
                  <a:pt x="2022108" y="1259511"/>
                </a:lnTo>
                <a:lnTo>
                  <a:pt x="2010497" y="1304381"/>
                </a:lnTo>
                <a:lnTo>
                  <a:pt x="1996934" y="1348431"/>
                </a:lnTo>
                <a:lnTo>
                  <a:pt x="1981469" y="1391612"/>
                </a:lnTo>
                <a:lnTo>
                  <a:pt x="1964150" y="1433875"/>
                </a:lnTo>
                <a:lnTo>
                  <a:pt x="1945028" y="1475170"/>
                </a:lnTo>
                <a:lnTo>
                  <a:pt x="1924151" y="1515448"/>
                </a:lnTo>
                <a:lnTo>
                  <a:pt x="1901568" y="1554660"/>
                </a:lnTo>
                <a:lnTo>
                  <a:pt x="1877329" y="1592757"/>
                </a:lnTo>
                <a:lnTo>
                  <a:pt x="1851483" y="1629690"/>
                </a:lnTo>
                <a:lnTo>
                  <a:pt x="1824078" y="1665409"/>
                </a:lnTo>
                <a:lnTo>
                  <a:pt x="1795165" y="1699865"/>
                </a:lnTo>
                <a:lnTo>
                  <a:pt x="1764792" y="1733009"/>
                </a:lnTo>
                <a:lnTo>
                  <a:pt x="1733009" y="1764792"/>
                </a:lnTo>
                <a:lnTo>
                  <a:pt x="1699865" y="1795165"/>
                </a:lnTo>
                <a:lnTo>
                  <a:pt x="1665409" y="1824078"/>
                </a:lnTo>
                <a:lnTo>
                  <a:pt x="1629690" y="1851482"/>
                </a:lnTo>
                <a:lnTo>
                  <a:pt x="1592757" y="1877329"/>
                </a:lnTo>
                <a:lnTo>
                  <a:pt x="1554660" y="1901568"/>
                </a:lnTo>
                <a:lnTo>
                  <a:pt x="1515448" y="1924150"/>
                </a:lnTo>
                <a:lnTo>
                  <a:pt x="1475170" y="1945028"/>
                </a:lnTo>
                <a:lnTo>
                  <a:pt x="1433875" y="1964150"/>
                </a:lnTo>
                <a:lnTo>
                  <a:pt x="1391613" y="1981468"/>
                </a:lnTo>
                <a:lnTo>
                  <a:pt x="1348432" y="1996933"/>
                </a:lnTo>
                <a:lnTo>
                  <a:pt x="1304382" y="2010496"/>
                </a:lnTo>
                <a:lnTo>
                  <a:pt x="1259512" y="2022107"/>
                </a:lnTo>
                <a:lnTo>
                  <a:pt x="1213871" y="2031718"/>
                </a:lnTo>
                <a:lnTo>
                  <a:pt x="1167508" y="2039278"/>
                </a:lnTo>
                <a:lnTo>
                  <a:pt x="1120474" y="2044739"/>
                </a:lnTo>
                <a:lnTo>
                  <a:pt x="1072816" y="2048052"/>
                </a:lnTo>
                <a:lnTo>
                  <a:pt x="1024584" y="204916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917260" y="6509722"/>
            <a:ext cx="483870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i="1" spc="57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58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948551" y="5993023"/>
            <a:ext cx="2049780" cy="2049780"/>
          </a:xfrm>
          <a:custGeom>
            <a:avLst/>
            <a:gdLst/>
            <a:ahLst/>
            <a:cxnLst/>
            <a:rect l="l" t="t" r="r" b="b"/>
            <a:pathLst>
              <a:path w="2049780" h="2049779">
                <a:moveTo>
                  <a:pt x="1024584" y="2049167"/>
                </a:moveTo>
                <a:lnTo>
                  <a:pt x="976352" y="2048052"/>
                </a:lnTo>
                <a:lnTo>
                  <a:pt x="928695" y="2044739"/>
                </a:lnTo>
                <a:lnTo>
                  <a:pt x="881660" y="2039278"/>
                </a:lnTo>
                <a:lnTo>
                  <a:pt x="835297" y="2031718"/>
                </a:lnTo>
                <a:lnTo>
                  <a:pt x="789657" y="2022107"/>
                </a:lnTo>
                <a:lnTo>
                  <a:pt x="744786" y="2010496"/>
                </a:lnTo>
                <a:lnTo>
                  <a:pt x="700736" y="1996933"/>
                </a:lnTo>
                <a:lnTo>
                  <a:pt x="657555" y="1981468"/>
                </a:lnTo>
                <a:lnTo>
                  <a:pt x="615293" y="1964150"/>
                </a:lnTo>
                <a:lnTo>
                  <a:pt x="573998" y="1945028"/>
                </a:lnTo>
                <a:lnTo>
                  <a:pt x="533720" y="1924150"/>
                </a:lnTo>
                <a:lnTo>
                  <a:pt x="494508" y="1901568"/>
                </a:lnTo>
                <a:lnTo>
                  <a:pt x="456411" y="1877329"/>
                </a:lnTo>
                <a:lnTo>
                  <a:pt x="419478" y="1851482"/>
                </a:lnTo>
                <a:lnTo>
                  <a:pt x="383759" y="1824078"/>
                </a:lnTo>
                <a:lnTo>
                  <a:pt x="349303" y="1795165"/>
                </a:lnTo>
                <a:lnTo>
                  <a:pt x="316158" y="1764792"/>
                </a:lnTo>
                <a:lnTo>
                  <a:pt x="284375" y="1733009"/>
                </a:lnTo>
                <a:lnTo>
                  <a:pt x="254002" y="1699865"/>
                </a:lnTo>
                <a:lnTo>
                  <a:pt x="225089" y="1665409"/>
                </a:lnTo>
                <a:lnTo>
                  <a:pt x="197685" y="1629690"/>
                </a:lnTo>
                <a:lnTo>
                  <a:pt x="171839" y="1592757"/>
                </a:lnTo>
                <a:lnTo>
                  <a:pt x="147599" y="1554660"/>
                </a:lnTo>
                <a:lnTo>
                  <a:pt x="125017" y="1515448"/>
                </a:lnTo>
                <a:lnTo>
                  <a:pt x="104140" y="1475170"/>
                </a:lnTo>
                <a:lnTo>
                  <a:pt x="85017" y="1433875"/>
                </a:lnTo>
                <a:lnTo>
                  <a:pt x="67699" y="1391612"/>
                </a:lnTo>
                <a:lnTo>
                  <a:pt x="52234" y="1348431"/>
                </a:lnTo>
                <a:lnTo>
                  <a:pt x="38671" y="1304381"/>
                </a:lnTo>
                <a:lnTo>
                  <a:pt x="27060" y="1259511"/>
                </a:lnTo>
                <a:lnTo>
                  <a:pt x="17449" y="1213871"/>
                </a:lnTo>
                <a:lnTo>
                  <a:pt x="9889" y="1167508"/>
                </a:lnTo>
                <a:lnTo>
                  <a:pt x="4428" y="1120474"/>
                </a:lnTo>
                <a:lnTo>
                  <a:pt x="1115" y="1072816"/>
                </a:lnTo>
                <a:lnTo>
                  <a:pt x="0" y="1024584"/>
                </a:lnTo>
                <a:lnTo>
                  <a:pt x="1115" y="976352"/>
                </a:lnTo>
                <a:lnTo>
                  <a:pt x="4428" y="928694"/>
                </a:lnTo>
                <a:lnTo>
                  <a:pt x="9889" y="881659"/>
                </a:lnTo>
                <a:lnTo>
                  <a:pt x="17449" y="835297"/>
                </a:lnTo>
                <a:lnTo>
                  <a:pt x="27060" y="789656"/>
                </a:lnTo>
                <a:lnTo>
                  <a:pt x="38671" y="744786"/>
                </a:lnTo>
                <a:lnTo>
                  <a:pt x="52234" y="700736"/>
                </a:lnTo>
                <a:lnTo>
                  <a:pt x="67699" y="657555"/>
                </a:lnTo>
                <a:lnTo>
                  <a:pt x="85017" y="615293"/>
                </a:lnTo>
                <a:lnTo>
                  <a:pt x="104140" y="573998"/>
                </a:lnTo>
                <a:lnTo>
                  <a:pt x="125017" y="533719"/>
                </a:lnTo>
                <a:lnTo>
                  <a:pt x="147599" y="494507"/>
                </a:lnTo>
                <a:lnTo>
                  <a:pt x="171839" y="456410"/>
                </a:lnTo>
                <a:lnTo>
                  <a:pt x="197685" y="419478"/>
                </a:lnTo>
                <a:lnTo>
                  <a:pt x="225089" y="383759"/>
                </a:lnTo>
                <a:lnTo>
                  <a:pt x="254002" y="349302"/>
                </a:lnTo>
                <a:lnTo>
                  <a:pt x="284375" y="316158"/>
                </a:lnTo>
                <a:lnTo>
                  <a:pt x="316158" y="284375"/>
                </a:lnTo>
                <a:lnTo>
                  <a:pt x="349303" y="254002"/>
                </a:lnTo>
                <a:lnTo>
                  <a:pt x="383759" y="225089"/>
                </a:lnTo>
                <a:lnTo>
                  <a:pt x="419478" y="197685"/>
                </a:lnTo>
                <a:lnTo>
                  <a:pt x="456411" y="171839"/>
                </a:lnTo>
                <a:lnTo>
                  <a:pt x="494508" y="147599"/>
                </a:lnTo>
                <a:lnTo>
                  <a:pt x="533720" y="125017"/>
                </a:lnTo>
                <a:lnTo>
                  <a:pt x="573998" y="104139"/>
                </a:lnTo>
                <a:lnTo>
                  <a:pt x="615293" y="85017"/>
                </a:lnTo>
                <a:lnTo>
                  <a:pt x="657555" y="67699"/>
                </a:lnTo>
                <a:lnTo>
                  <a:pt x="700736" y="52234"/>
                </a:lnTo>
                <a:lnTo>
                  <a:pt x="744786" y="38671"/>
                </a:lnTo>
                <a:lnTo>
                  <a:pt x="789657" y="27060"/>
                </a:lnTo>
                <a:lnTo>
                  <a:pt x="835297" y="17449"/>
                </a:lnTo>
                <a:lnTo>
                  <a:pt x="881660" y="9889"/>
                </a:lnTo>
                <a:lnTo>
                  <a:pt x="928695" y="4428"/>
                </a:lnTo>
                <a:lnTo>
                  <a:pt x="976352" y="1115"/>
                </a:lnTo>
                <a:lnTo>
                  <a:pt x="1024584" y="0"/>
                </a:lnTo>
                <a:lnTo>
                  <a:pt x="1072816" y="1115"/>
                </a:lnTo>
                <a:lnTo>
                  <a:pt x="1120474" y="4428"/>
                </a:lnTo>
                <a:lnTo>
                  <a:pt x="1167509" y="9889"/>
                </a:lnTo>
                <a:lnTo>
                  <a:pt x="1213871" y="17449"/>
                </a:lnTo>
                <a:lnTo>
                  <a:pt x="1259512" y="27060"/>
                </a:lnTo>
                <a:lnTo>
                  <a:pt x="1304382" y="38671"/>
                </a:lnTo>
                <a:lnTo>
                  <a:pt x="1348432" y="52234"/>
                </a:lnTo>
                <a:lnTo>
                  <a:pt x="1391612" y="67699"/>
                </a:lnTo>
                <a:lnTo>
                  <a:pt x="1433875" y="85017"/>
                </a:lnTo>
                <a:lnTo>
                  <a:pt x="1475170" y="104139"/>
                </a:lnTo>
                <a:lnTo>
                  <a:pt x="1515448" y="125017"/>
                </a:lnTo>
                <a:lnTo>
                  <a:pt x="1554660" y="147599"/>
                </a:lnTo>
                <a:lnTo>
                  <a:pt x="1592757" y="171839"/>
                </a:lnTo>
                <a:lnTo>
                  <a:pt x="1629690" y="197685"/>
                </a:lnTo>
                <a:lnTo>
                  <a:pt x="1665409" y="225089"/>
                </a:lnTo>
                <a:lnTo>
                  <a:pt x="1699865" y="254002"/>
                </a:lnTo>
                <a:lnTo>
                  <a:pt x="1733009" y="284375"/>
                </a:lnTo>
                <a:lnTo>
                  <a:pt x="1764792" y="316158"/>
                </a:lnTo>
                <a:lnTo>
                  <a:pt x="1795165" y="349302"/>
                </a:lnTo>
                <a:lnTo>
                  <a:pt x="1824078" y="383759"/>
                </a:lnTo>
                <a:lnTo>
                  <a:pt x="1851482" y="419478"/>
                </a:lnTo>
                <a:lnTo>
                  <a:pt x="1877329" y="456410"/>
                </a:lnTo>
                <a:lnTo>
                  <a:pt x="1901568" y="494507"/>
                </a:lnTo>
                <a:lnTo>
                  <a:pt x="1924151" y="533719"/>
                </a:lnTo>
                <a:lnTo>
                  <a:pt x="1945028" y="573998"/>
                </a:lnTo>
                <a:lnTo>
                  <a:pt x="1964150" y="615293"/>
                </a:lnTo>
                <a:lnTo>
                  <a:pt x="1981469" y="657555"/>
                </a:lnTo>
                <a:lnTo>
                  <a:pt x="1996934" y="700736"/>
                </a:lnTo>
                <a:lnTo>
                  <a:pt x="2010497" y="744786"/>
                </a:lnTo>
                <a:lnTo>
                  <a:pt x="2022108" y="789656"/>
                </a:lnTo>
                <a:lnTo>
                  <a:pt x="2031718" y="835297"/>
                </a:lnTo>
                <a:lnTo>
                  <a:pt x="2039279" y="881659"/>
                </a:lnTo>
                <a:lnTo>
                  <a:pt x="2044740" y="928694"/>
                </a:lnTo>
                <a:lnTo>
                  <a:pt x="2048053" y="976352"/>
                </a:lnTo>
                <a:lnTo>
                  <a:pt x="2049168" y="1024584"/>
                </a:lnTo>
                <a:lnTo>
                  <a:pt x="2048053" y="1072816"/>
                </a:lnTo>
                <a:lnTo>
                  <a:pt x="2044740" y="1120474"/>
                </a:lnTo>
                <a:lnTo>
                  <a:pt x="2039279" y="1167508"/>
                </a:lnTo>
                <a:lnTo>
                  <a:pt x="2031718" y="1213871"/>
                </a:lnTo>
                <a:lnTo>
                  <a:pt x="2022108" y="1259511"/>
                </a:lnTo>
                <a:lnTo>
                  <a:pt x="2010497" y="1304381"/>
                </a:lnTo>
                <a:lnTo>
                  <a:pt x="1996934" y="1348431"/>
                </a:lnTo>
                <a:lnTo>
                  <a:pt x="1981469" y="1391612"/>
                </a:lnTo>
                <a:lnTo>
                  <a:pt x="1964150" y="1433875"/>
                </a:lnTo>
                <a:lnTo>
                  <a:pt x="1945028" y="1475170"/>
                </a:lnTo>
                <a:lnTo>
                  <a:pt x="1924151" y="1515448"/>
                </a:lnTo>
                <a:lnTo>
                  <a:pt x="1901568" y="1554660"/>
                </a:lnTo>
                <a:lnTo>
                  <a:pt x="1877329" y="1592757"/>
                </a:lnTo>
                <a:lnTo>
                  <a:pt x="1851482" y="1629690"/>
                </a:lnTo>
                <a:lnTo>
                  <a:pt x="1824078" y="1665409"/>
                </a:lnTo>
                <a:lnTo>
                  <a:pt x="1795165" y="1699865"/>
                </a:lnTo>
                <a:lnTo>
                  <a:pt x="1764792" y="1733009"/>
                </a:lnTo>
                <a:lnTo>
                  <a:pt x="1733009" y="1764792"/>
                </a:lnTo>
                <a:lnTo>
                  <a:pt x="1699865" y="1795165"/>
                </a:lnTo>
                <a:lnTo>
                  <a:pt x="1665409" y="1824078"/>
                </a:lnTo>
                <a:lnTo>
                  <a:pt x="1629690" y="1851482"/>
                </a:lnTo>
                <a:lnTo>
                  <a:pt x="1592757" y="1877329"/>
                </a:lnTo>
                <a:lnTo>
                  <a:pt x="1554660" y="1901568"/>
                </a:lnTo>
                <a:lnTo>
                  <a:pt x="1515448" y="1924150"/>
                </a:lnTo>
                <a:lnTo>
                  <a:pt x="1475170" y="1945028"/>
                </a:lnTo>
                <a:lnTo>
                  <a:pt x="1433875" y="1964150"/>
                </a:lnTo>
                <a:lnTo>
                  <a:pt x="1391612" y="1981468"/>
                </a:lnTo>
                <a:lnTo>
                  <a:pt x="1348432" y="1996933"/>
                </a:lnTo>
                <a:lnTo>
                  <a:pt x="1304382" y="2010496"/>
                </a:lnTo>
                <a:lnTo>
                  <a:pt x="1259512" y="2022107"/>
                </a:lnTo>
                <a:lnTo>
                  <a:pt x="1213871" y="2031718"/>
                </a:lnTo>
                <a:lnTo>
                  <a:pt x="1167509" y="2039278"/>
                </a:lnTo>
                <a:lnTo>
                  <a:pt x="1120474" y="2044739"/>
                </a:lnTo>
                <a:lnTo>
                  <a:pt x="1072816" y="2048052"/>
                </a:lnTo>
                <a:lnTo>
                  <a:pt x="1024584" y="204916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3726886" y="6509722"/>
            <a:ext cx="492759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i="1" spc="66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58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58606" y="7897850"/>
            <a:ext cx="3786504" cy="14389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2000" spc="270" dirty="0">
                <a:solidFill>
                  <a:srgbClr val="FFFAFA"/>
                </a:solidFill>
                <a:latin typeface="Calibri"/>
                <a:cs typeface="Calibri"/>
              </a:rPr>
              <a:t>Probar</a:t>
            </a:r>
            <a:r>
              <a:rPr sz="2000" spc="48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165" dirty="0">
                <a:solidFill>
                  <a:srgbClr val="FFFAFA"/>
                </a:solidFill>
                <a:latin typeface="Calibri"/>
                <a:cs typeface="Calibri"/>
              </a:rPr>
              <a:t>el</a:t>
            </a:r>
            <a:r>
              <a:rPr sz="2000" spc="484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305" dirty="0">
                <a:solidFill>
                  <a:srgbClr val="FFFAFA"/>
                </a:solidFill>
                <a:latin typeface="Calibri"/>
                <a:cs typeface="Calibri"/>
              </a:rPr>
              <a:t>sistema</a:t>
            </a:r>
            <a:endParaRPr sz="2000">
              <a:latin typeface="Calibri"/>
              <a:cs typeface="Calibri"/>
            </a:endParaRPr>
          </a:p>
          <a:p>
            <a:pPr marL="12065" marR="5080" algn="ctr">
              <a:lnSpc>
                <a:spcPct val="115900"/>
              </a:lnSpc>
            </a:pPr>
            <a:r>
              <a:rPr sz="2000" spc="315" dirty="0">
                <a:solidFill>
                  <a:srgbClr val="FFFAFA"/>
                </a:solidFill>
                <a:latin typeface="Calibri"/>
                <a:cs typeface="Calibri"/>
              </a:rPr>
              <a:t>directamente</a:t>
            </a:r>
            <a:r>
              <a:rPr sz="2000" spc="48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25" dirty="0">
                <a:solidFill>
                  <a:srgbClr val="FFFAFA"/>
                </a:solidFill>
                <a:latin typeface="Calibri"/>
                <a:cs typeface="Calibri"/>
              </a:rPr>
              <a:t>en</a:t>
            </a:r>
            <a:r>
              <a:rPr sz="2000" spc="48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150" dirty="0">
                <a:solidFill>
                  <a:srgbClr val="FFFAFA"/>
                </a:solidFill>
                <a:latin typeface="Calibri"/>
                <a:cs typeface="Calibri"/>
              </a:rPr>
              <a:t>la</a:t>
            </a:r>
            <a:r>
              <a:rPr sz="2000" spc="48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40" dirty="0">
                <a:solidFill>
                  <a:srgbClr val="FFFAFA"/>
                </a:solidFill>
                <a:latin typeface="Calibri"/>
                <a:cs typeface="Calibri"/>
              </a:rPr>
              <a:t>clínica, </a:t>
            </a:r>
            <a:r>
              <a:rPr sz="2000" spc="295" dirty="0">
                <a:solidFill>
                  <a:srgbClr val="FFFAFA"/>
                </a:solidFill>
                <a:latin typeface="Calibri"/>
                <a:cs typeface="Calibri"/>
              </a:rPr>
              <a:t>evaluando</a:t>
            </a:r>
            <a:r>
              <a:rPr sz="2000" spc="484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65" dirty="0">
                <a:solidFill>
                  <a:srgbClr val="FFFAFA"/>
                </a:solidFill>
                <a:latin typeface="Calibri"/>
                <a:cs typeface="Calibri"/>
              </a:rPr>
              <a:t>usabilidad,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84"/>
              </a:spcBef>
            </a:pPr>
            <a:r>
              <a:rPr sz="2000" spc="295" dirty="0">
                <a:solidFill>
                  <a:srgbClr val="FFFAFA"/>
                </a:solidFill>
                <a:latin typeface="Calibri"/>
                <a:cs typeface="Calibri"/>
              </a:rPr>
              <a:t>confiabilidad</a:t>
            </a:r>
            <a:r>
              <a:rPr sz="2000" spc="49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15" dirty="0">
                <a:solidFill>
                  <a:srgbClr val="FFFAFA"/>
                </a:solidFill>
                <a:latin typeface="Calibri"/>
                <a:cs typeface="Calibri"/>
              </a:rPr>
              <a:t>y</a:t>
            </a:r>
            <a:r>
              <a:rPr sz="2000" spc="49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65" dirty="0">
                <a:solidFill>
                  <a:srgbClr val="FFFAFA"/>
                </a:solidFill>
                <a:latin typeface="Calibri"/>
                <a:cs typeface="Calibri"/>
              </a:rPr>
              <a:t>eficiencia.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14535" y="7897850"/>
            <a:ext cx="3088640" cy="1085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4465">
              <a:lnSpc>
                <a:spcPct val="115900"/>
              </a:lnSpc>
              <a:spcBef>
                <a:spcPts val="95"/>
              </a:spcBef>
            </a:pPr>
            <a:r>
              <a:rPr sz="2000" spc="275" dirty="0">
                <a:solidFill>
                  <a:srgbClr val="FFFAFA"/>
                </a:solidFill>
                <a:latin typeface="Calibri"/>
                <a:cs typeface="Calibri"/>
              </a:rPr>
              <a:t>Entregar</a:t>
            </a:r>
            <a:r>
              <a:rPr sz="2000" spc="495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70" dirty="0">
                <a:solidFill>
                  <a:srgbClr val="FFFAFA"/>
                </a:solidFill>
                <a:latin typeface="Calibri"/>
                <a:cs typeface="Calibri"/>
              </a:rPr>
              <a:t>manual</a:t>
            </a:r>
            <a:r>
              <a:rPr sz="2000" spc="25" dirty="0">
                <a:solidFill>
                  <a:srgbClr val="FFFAFA"/>
                </a:solidFill>
                <a:latin typeface="Calibri"/>
                <a:cs typeface="Calibri"/>
              </a:rPr>
              <a:t>  </a:t>
            </a:r>
            <a:r>
              <a:rPr sz="2000" spc="250" dirty="0">
                <a:solidFill>
                  <a:srgbClr val="FFFAFA"/>
                </a:solidFill>
                <a:latin typeface="Calibri"/>
                <a:cs typeface="Calibri"/>
              </a:rPr>
              <a:t>de </a:t>
            </a:r>
            <a:r>
              <a:rPr sz="2000" spc="270" dirty="0">
                <a:solidFill>
                  <a:srgbClr val="FFFAFA"/>
                </a:solidFill>
                <a:latin typeface="Calibri"/>
                <a:cs typeface="Calibri"/>
              </a:rPr>
              <a:t>usuario</a:t>
            </a:r>
            <a:r>
              <a:rPr sz="2000" spc="484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15" dirty="0">
                <a:solidFill>
                  <a:srgbClr val="FFFAFA"/>
                </a:solidFill>
                <a:latin typeface="Calibri"/>
                <a:cs typeface="Calibri"/>
              </a:rPr>
              <a:t>y</a:t>
            </a:r>
            <a:r>
              <a:rPr sz="2000" spc="49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320" dirty="0">
                <a:solidFill>
                  <a:srgbClr val="FFFAFA"/>
                </a:solidFill>
                <a:latin typeface="Calibri"/>
                <a:cs typeface="Calibri"/>
              </a:rPr>
              <a:t>capacitar</a:t>
            </a:r>
            <a:r>
              <a:rPr sz="2000" spc="484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FFFAFA"/>
                </a:solidFill>
                <a:latin typeface="Calibri"/>
                <a:cs typeface="Calibri"/>
              </a:rPr>
              <a:t>al</a:t>
            </a:r>
            <a:endParaRPr sz="2000">
              <a:latin typeface="Calibri"/>
              <a:cs typeface="Calibri"/>
            </a:endParaRPr>
          </a:p>
          <a:p>
            <a:pPr marL="906144">
              <a:lnSpc>
                <a:spcPct val="100000"/>
              </a:lnSpc>
              <a:spcBef>
                <a:spcPts val="380"/>
              </a:spcBef>
            </a:pPr>
            <a:r>
              <a:rPr sz="2000" spc="254" dirty="0">
                <a:solidFill>
                  <a:srgbClr val="FFFAFA"/>
                </a:solidFill>
                <a:latin typeface="Calibri"/>
                <a:cs typeface="Calibri"/>
              </a:rPr>
              <a:t>personal.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248273" y="7897850"/>
            <a:ext cx="3432175" cy="1438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2560" marR="154940" algn="ctr">
              <a:lnSpc>
                <a:spcPct val="115900"/>
              </a:lnSpc>
              <a:spcBef>
                <a:spcPts val="95"/>
              </a:spcBef>
            </a:pPr>
            <a:r>
              <a:rPr sz="2000" spc="290" dirty="0">
                <a:solidFill>
                  <a:srgbClr val="FFFAFA"/>
                </a:solidFill>
                <a:latin typeface="Calibri"/>
                <a:cs typeface="Calibri"/>
              </a:rPr>
              <a:t>Optimizar</a:t>
            </a:r>
            <a:r>
              <a:rPr sz="2000" spc="495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150" dirty="0">
                <a:solidFill>
                  <a:srgbClr val="FFFAFA"/>
                </a:solidFill>
                <a:latin typeface="Calibri"/>
                <a:cs typeface="Calibri"/>
              </a:rPr>
              <a:t>la</a:t>
            </a:r>
            <a:r>
              <a:rPr sz="2000" spc="495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60" dirty="0">
                <a:solidFill>
                  <a:srgbClr val="FFFAFA"/>
                </a:solidFill>
                <a:latin typeface="Calibri"/>
                <a:cs typeface="Calibri"/>
              </a:rPr>
              <a:t>atención, </a:t>
            </a:r>
            <a:r>
              <a:rPr sz="2000" spc="285" dirty="0">
                <a:solidFill>
                  <a:srgbClr val="FFFAFA"/>
                </a:solidFill>
                <a:latin typeface="Calibri"/>
                <a:cs typeface="Calibri"/>
              </a:rPr>
              <a:t>reducir</a:t>
            </a:r>
            <a:r>
              <a:rPr sz="2000" spc="484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60" dirty="0">
                <a:solidFill>
                  <a:srgbClr val="FFFAFA"/>
                </a:solidFill>
                <a:latin typeface="Calibri"/>
                <a:cs typeface="Calibri"/>
              </a:rPr>
              <a:t>errores</a:t>
            </a:r>
            <a:endParaRPr sz="2000">
              <a:latin typeface="Calibri"/>
              <a:cs typeface="Calibri"/>
            </a:endParaRPr>
          </a:p>
          <a:p>
            <a:pPr marL="12700" marR="5080" algn="ctr">
              <a:lnSpc>
                <a:spcPct val="115900"/>
              </a:lnSpc>
            </a:pPr>
            <a:r>
              <a:rPr sz="2000" spc="300" dirty="0">
                <a:solidFill>
                  <a:srgbClr val="FFFAFA"/>
                </a:solidFill>
                <a:latin typeface="Calibri"/>
                <a:cs typeface="Calibri"/>
              </a:rPr>
              <a:t>administrativos</a:t>
            </a:r>
            <a:r>
              <a:rPr sz="2000" spc="49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15" dirty="0">
                <a:solidFill>
                  <a:srgbClr val="FFFAFA"/>
                </a:solidFill>
                <a:latin typeface="Calibri"/>
                <a:cs typeface="Calibri"/>
              </a:rPr>
              <a:t>y</a:t>
            </a:r>
            <a:r>
              <a:rPr sz="2000" spc="49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250" dirty="0">
                <a:solidFill>
                  <a:srgbClr val="FFFAFA"/>
                </a:solidFill>
                <a:latin typeface="Calibri"/>
                <a:cs typeface="Calibri"/>
              </a:rPr>
              <a:t>elevar </a:t>
            </a:r>
            <a:r>
              <a:rPr sz="2000" spc="150" dirty="0">
                <a:solidFill>
                  <a:srgbClr val="FFFAFA"/>
                </a:solidFill>
                <a:latin typeface="Calibri"/>
                <a:cs typeface="Calibri"/>
              </a:rPr>
              <a:t>la</a:t>
            </a:r>
            <a:r>
              <a:rPr sz="2000" spc="480" dirty="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sz="2000" spc="180" dirty="0">
                <a:solidFill>
                  <a:srgbClr val="FFFAFA"/>
                </a:solidFill>
                <a:latin typeface="Calibri"/>
                <a:cs typeface="Calibri"/>
              </a:rPr>
              <a:t>UX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79240" algn="l"/>
              </a:tabLst>
            </a:pPr>
            <a:r>
              <a:rPr sz="10700" spc="509" dirty="0">
                <a:solidFill>
                  <a:srgbClr val="5CE1E6"/>
                </a:solidFill>
              </a:rPr>
              <a:t>SITI</a:t>
            </a:r>
            <a:r>
              <a:rPr sz="10700" spc="-535" dirty="0">
                <a:solidFill>
                  <a:srgbClr val="5CE1E6"/>
                </a:solidFill>
              </a:rPr>
              <a:t>O</a:t>
            </a:r>
            <a:r>
              <a:rPr sz="10700" dirty="0">
                <a:solidFill>
                  <a:srgbClr val="5CE1E6"/>
                </a:solidFill>
              </a:rPr>
              <a:t>	</a:t>
            </a:r>
            <a:r>
              <a:rPr sz="10700" spc="-160" dirty="0">
                <a:solidFill>
                  <a:srgbClr val="5CE1E6"/>
                </a:solidFill>
              </a:rPr>
              <a:t>WE</a:t>
            </a:r>
            <a:r>
              <a:rPr sz="10700" spc="-1205" dirty="0">
                <a:solidFill>
                  <a:srgbClr val="5CE1E6"/>
                </a:solidFill>
              </a:rPr>
              <a:t>B</a:t>
            </a:r>
            <a:endParaRPr sz="10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8947" y="0"/>
            <a:ext cx="4809052" cy="9448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97376" y="5221383"/>
            <a:ext cx="4494530" cy="5118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31925" algn="l"/>
              </a:tabLst>
            </a:pPr>
            <a:r>
              <a:rPr sz="3200" spc="434" dirty="0">
                <a:solidFill>
                  <a:srgbClr val="F5FFF5"/>
                </a:solidFill>
                <a:latin typeface="Calibri"/>
                <a:cs typeface="Calibri"/>
              </a:rPr>
              <a:t>breve</a:t>
            </a:r>
            <a:r>
              <a:rPr sz="3200" dirty="0">
                <a:solidFill>
                  <a:srgbClr val="F5FFF5"/>
                </a:solidFill>
                <a:latin typeface="Calibri"/>
                <a:cs typeface="Calibri"/>
              </a:rPr>
              <a:t>	</a:t>
            </a:r>
            <a:r>
              <a:rPr sz="3200" spc="480" dirty="0">
                <a:solidFill>
                  <a:srgbClr val="F5FFF5"/>
                </a:solidFill>
                <a:latin typeface="Calibri"/>
                <a:cs typeface="Calibri"/>
              </a:rPr>
              <a:t>demostración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20102" y="6419720"/>
            <a:ext cx="5143499" cy="32194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135" y="852473"/>
            <a:ext cx="5116195" cy="3321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  <a:tabLst>
                <a:tab pos="1213485" algn="l"/>
              </a:tabLst>
            </a:pPr>
            <a:r>
              <a:rPr spc="509" dirty="0"/>
              <a:t>GRACIA</a:t>
            </a:r>
            <a:r>
              <a:rPr spc="-409" dirty="0"/>
              <a:t>S</a:t>
            </a:r>
            <a:r>
              <a:rPr spc="375" dirty="0"/>
              <a:t> </a:t>
            </a:r>
            <a:r>
              <a:rPr spc="-825" dirty="0"/>
              <a:t>A</a:t>
            </a:r>
            <a:r>
              <a:rPr dirty="0"/>
              <a:t>	</a:t>
            </a:r>
            <a:r>
              <a:rPr spc="170" dirty="0"/>
              <a:t>TODO</a:t>
            </a:r>
            <a:r>
              <a:rPr spc="-750" dirty="0"/>
              <a:t>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291</Words>
  <Application>Microsoft Office PowerPoint</Application>
  <PresentationFormat>Personalizado</PresentationFormat>
  <Paragraphs>75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Calibri</vt:lpstr>
      <vt:lpstr>Times New Roman</vt:lpstr>
      <vt:lpstr>Trebuchet MS</vt:lpstr>
      <vt:lpstr>Office Theme</vt:lpstr>
      <vt:lpstr>Presentación de PowerPoint</vt:lpstr>
      <vt:lpstr>CONTENIDO</vt:lpstr>
      <vt:lpstr>NUESTRO EQUIPO</vt:lpstr>
      <vt:lpstr>CLÍNICA VETERINARIA PUCARÁ</vt:lpstr>
      <vt:lpstr>PROBLEMÁTICA</vt:lpstr>
      <vt:lpstr>SOLUCIÓN</vt:lpstr>
      <vt:lpstr>OBJETIVOS ESPECÍFICOS</vt:lpstr>
      <vt:lpstr>SITIO WEB</vt:lpstr>
      <vt:lpstr>GRACIAS A TODOS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Portafolio Final</dc:title>
  <dc:creator>Nicolás peña Muñoz</dc:creator>
  <cp:keywords>DAG16fa6jJc,BAGIBPklkFc,0</cp:keywords>
  <cp:lastModifiedBy>Mario Garrido</cp:lastModifiedBy>
  <cp:revision>1</cp:revision>
  <dcterms:created xsi:type="dcterms:W3CDTF">2025-10-16T20:09:22Z</dcterms:created>
  <dcterms:modified xsi:type="dcterms:W3CDTF">2025-10-16T20:33:02Z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2025-10-16T00:00:00Z</vt:filetime>
  </property>
  <property fmtid="{D5CDD505-2E9C-101B-9397-08002B2CF9AE}" pid="3" name="Creator">
    <vt:lpwstr>Canva</vt:lpwstr>
  </property>
  <property fmtid="{D5CDD505-2E9C-101B-9397-08002B2CF9AE}" pid="4" name="LastSaved">
    <vt:filetime>2025-10-16T00:00:00Z</vt:filetime>
  </property>
  <property fmtid="{D5CDD505-2E9C-101B-9397-08002B2CF9AE}" pid="5" name="Producer">
    <vt:lpwstr>Canva</vt:lpwstr>
  </property>
</Properties>
</file>